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Session 6: Linux Kernel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Arial"/>
              </a:defRPr>
            </a:pPr>
            <a:r>
              <a:t>/proc, sysfs, Device Tree, and Interrupts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  <a:latin typeface="Arial"/>
              </a:defRPr>
            </a:pPr>
            <a:r>
              <a:t>UCSC Extension  •  Embedded Linux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6  •  Linux Kernel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Today's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/proc and sysfs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2004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Device Tree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2004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Interrupt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32004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Polling vs Interrupts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Debug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/proc Filesystem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What is /proc?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Virtual filesystem (procfs)</a:t>
            </a:r>
            <a:br/>
            <a:r>
              <a:t>Mounted at /proc</a:t>
            </a:r>
            <a:br/>
            <a:r>
              <a:t>Exists only in RAM (no disk)</a:t>
            </a:r>
            <a:br/>
            <a:r>
              <a:t>Created and maintained by kernel</a:t>
            </a:r>
            <a:br/>
            <a:br/>
            <a:r>
              <a:t>Two categories:</a:t>
            </a:r>
            <a:br/>
            <a:r>
              <a:t>  1. Process directories (/proc/&lt;pid&gt;/)</a:t>
            </a:r>
            <a:br/>
            <a:r>
              <a:t>     - Each running process has one</a:t>
            </a:r>
            <a:br/>
            <a:r>
              <a:t>     - Contains: status, maps, fd, stack</a:t>
            </a:r>
            <a:br/>
            <a:r>
              <a:t>  2. System information</a:t>
            </a:r>
            <a:br/>
            <a:r>
              <a:t>     - /proc/cpuinfo, /proc/meminfo</a:t>
            </a:r>
            <a:br/>
            <a:r>
              <a:t>     - /proc/interrupts, /proc/devices</a:t>
            </a:r>
            <a:br/>
            <a:r>
              <a:t>     - /proc/cmdline, /proc/version</a:t>
            </a:r>
            <a:br/>
            <a:r>
              <a:t>     - /proc/modules, /proc/ioports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Process Info (/proc/&lt;pid&gt;/)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$ cat /proc/1/stat</a:t>
            </a:r>
            <a:br/>
            <a:r>
              <a:t>1 (systemd) S 0 1 1 0 -1 ...</a:t>
            </a:r>
            <a:br/>
            <a:br/>
            <a:r>
              <a:t>$ cat /proc/self/status | head</a:t>
            </a:r>
            <a:br/>
            <a:r>
              <a:t>Name:   cat</a:t>
            </a:r>
            <a:br/>
            <a:r>
              <a:t>State:  S (sleeping)</a:t>
            </a:r>
            <a:br/>
            <a:r>
              <a:t>Tgid:   12345</a:t>
            </a:r>
            <a:br/>
            <a:r>
              <a:t>Pid:    12345</a:t>
            </a:r>
            <a:br/>
            <a:r>
              <a:t>PPid:   12340</a:t>
            </a:r>
            <a:br/>
            <a:r>
              <a:t>TracerPid:      0</a:t>
            </a:r>
            <a:br/>
            <a:r>
              <a:t>Uid:    0       0       0       0</a:t>
            </a:r>
            <a:br/>
            <a:r>
              <a:t>Gid:    0       0       0       0</a:t>
            </a:r>
            <a:br/>
            <a:r>
              <a:t>FDSize: 64</a:t>
            </a:r>
            <a:br/>
            <a:r>
              <a:t>VmPeak:     1234 kB</a:t>
            </a:r>
            <a:br/>
            <a:r>
              <a:t>VmRSS:       456 kB</a:t>
            </a:r>
            <a:br/>
            <a:br/>
            <a:r>
              <a:t>$ cat /proc/1/maps</a:t>
            </a:r>
            <a:br/>
            <a:r>
              <a:t>00400000-00452000 r-xp ... /usr/bin/systemd</a:t>
            </a:r>
            <a:br/>
            <a:r>
              <a:t>7f1234000000-7f1234021000 rw-p ... [heap]</a:t>
            </a:r>
            <a:br/>
            <a:r>
              <a:t>7ffd12345000-7ffd12366000 rw-p ... [stack]</a:t>
            </a:r>
            <a:br/>
            <a:br/>
            <a:r>
              <a:t>$ ls -la /proc/1/fd/</a:t>
            </a:r>
            <a:br/>
            <a:r>
              <a:t>0 -&gt; /dev/null</a:t>
            </a:r>
            <a:br/>
            <a:r>
              <a:t>1 -&gt; /dev/null</a:t>
            </a:r>
            <a:br/>
            <a:r>
              <a:t>2 -&gt; /dev/null</a:t>
            </a:r>
            <a:br/>
            <a:r>
              <a:t>3 -&gt; socket:[12345]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/proc: System Info &amp; Kernel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System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$ cat /proc/cpuinfo</a:t>
            </a:r>
            <a:br/>
            <a:r>
              <a:t>processor   : 0</a:t>
            </a:r>
            <a:br/>
            <a:r>
              <a:t>model name  : ARMv7 Processor rev 4</a:t>
            </a:r>
            <a:br/>
            <a:r>
              <a:t>BogoMIPS    : 995.00</a:t>
            </a:r>
            <a:br/>
            <a:r>
              <a:t>Features    : half thumb fastmult vfp neon</a:t>
            </a:r>
            <a:br/>
            <a:r>
              <a:t>CPU implementer : 0x41</a:t>
            </a:r>
            <a:br/>
            <a:r>
              <a:t>CPU architecture: 7</a:t>
            </a:r>
            <a:br/>
            <a:br/>
            <a:r>
              <a:t>$ cat /proc/meminfo</a:t>
            </a:r>
            <a:br/>
            <a:r>
              <a:t>MemTotal:         507648 kB</a:t>
            </a:r>
            <a:br/>
            <a:r>
              <a:t>MemFree:          234567 kB</a:t>
            </a:r>
            <a:br/>
            <a:r>
              <a:t>MemAvailable:     345678 kB</a:t>
            </a:r>
            <a:br/>
            <a:r>
              <a:t>Buffers:           12345 kB</a:t>
            </a:r>
            <a:br/>
            <a:r>
              <a:t>Cached:           156789 kB</a:t>
            </a:r>
            <a:br/>
            <a:r>
              <a:t>SwapTotal:             0 kB</a:t>
            </a:r>
            <a:br/>
            <a:br/>
            <a:r>
              <a:t>$ cat /proc/interrupts</a:t>
            </a:r>
            <a:br/>
            <a:r>
              <a:t>           CPU0</a:t>
            </a:r>
            <a:br/>
            <a:r>
              <a:t>  16:      1234      INTC  timer</a:t>
            </a:r>
            <a:br/>
            <a:r>
              <a:t>  17:       567      INTC  uart-pl011</a:t>
            </a:r>
            <a:br/>
            <a:r>
              <a:t>  42:         0      INTC  gpio-key</a:t>
            </a:r>
            <a:br/>
            <a:br/>
            <a:r>
              <a:t>$ cat /proc/cmdline</a:t>
            </a:r>
            <a:br/>
            <a:r>
              <a:t>console=ttyO0,115200n8 root=/dev/mmcblk0p2 rootwait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Kernel Tuning (/proc/sys/)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View current value:</a:t>
            </a:r>
            <a:br/>
            <a:r>
              <a:t>$ cat /proc/sys/net/ipv4/ip_forward</a:t>
            </a:r>
            <a:br/>
            <a:r>
              <a:t>0</a:t>
            </a:r>
            <a:br/>
            <a:br/>
            <a:r>
              <a:t># Change at runtime:</a:t>
            </a:r>
            <a:br/>
            <a:r>
              <a:t>$ echo 1 &gt; /proc/sys/net/ipv4/ip_forward</a:t>
            </a:r>
            <a:br/>
            <a:br/>
            <a:r>
              <a:t># Or use sysctl:</a:t>
            </a:r>
            <a:br/>
            <a:r>
              <a:t>$ sysctl net.ipv4.ip_forward=1</a:t>
            </a:r>
            <a:br/>
            <a:br/>
            <a:r>
              <a:t># Make persistent (add to /etc/sysctl.conf):</a:t>
            </a:r>
            <a:br/>
            <a:r>
              <a:t>net.ipv4.ip_forward = 1</a:t>
            </a:r>
            <a:br/>
            <a:br/>
            <a:r>
              <a:t># Common tunables:</a:t>
            </a:r>
            <a:br/>
            <a:r>
              <a:t>$ cat /proc/sys/kernel/printk</a:t>
            </a:r>
            <a:br/>
            <a:r>
              <a:t>4 4 1 7</a:t>
            </a:r>
            <a:br/>
            <a:r>
              <a:t>(current, default, min, boot-default)</a:t>
            </a:r>
            <a:br/>
            <a:br/>
            <a:r>
              <a:t>$ cat /proc/sys/vm/swappiness</a:t>
            </a:r>
            <a:br/>
            <a:r>
              <a:t>60</a:t>
            </a:r>
            <a:br/>
            <a:br/>
            <a:r>
              <a:t>$ cat /proc/sys/fs/file-max</a:t>
            </a:r>
            <a:br/>
            <a:r>
              <a:t>9223372036854775807</a:t>
            </a:r>
            <a:br/>
            <a:br/>
            <a:r>
              <a:t># List all tunables:</a:t>
            </a:r>
            <a:br/>
            <a:r>
              <a:t>$ sysctl -a</a:t>
            </a:r>
            <a:br/>
            <a:br/>
            <a:r>
              <a:t># Reload sysctl.conf:</a:t>
            </a:r>
            <a:br/>
            <a:r>
              <a:t>$ sysctl -p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sysfs (/sys)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sysfs Device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sysfs exports kernel device model</a:t>
            </a:r>
            <a:br/>
            <a:r>
              <a:t>Mounted at /sys (virtual filesystem)</a:t>
            </a:r>
            <a:br/>
            <a:br/>
            <a:r>
              <a:t>Hierarchy:</a:t>
            </a:r>
            <a:br/>
            <a:r>
              <a:t>/sys/devices/    Physical devices</a:t>
            </a:r>
            <a:br/>
            <a:r>
              <a:t>/sys/bus/        Bus types (i2c, spi, usb, mmc)</a:t>
            </a:r>
            <a:br/>
            <a:r>
              <a:t>/sys/class/      Device classes (net, gpio, input)</a:t>
            </a:r>
            <a:br/>
            <a:r>
              <a:t>/sys/block/      Block devices</a:t>
            </a:r>
            <a:br/>
            <a:r>
              <a:t>/sys/module/     Loaded modules</a:t>
            </a:r>
            <a:br/>
            <a:r>
              <a:t>/sys/kernel/     Kernel objects</a:t>
            </a:r>
            <a:br/>
            <a:r>
              <a:t>/sys/firmware/   Firmware (ACPI, DT)</a:t>
            </a:r>
            <a:br/>
            <a:br/>
            <a:r>
              <a:t>Key difference from /proc:</a:t>
            </a:r>
            <a:br/>
            <a:r>
              <a:t>  /proc = process + system info</a:t>
            </a:r>
            <a:br/>
            <a:r>
              <a:t>  /sys  = device model + driver binding</a:t>
            </a:r>
            <a:br/>
            <a:br/>
            <a:r>
              <a:t>Both are virtual (RAM-based) filesystems</a:t>
            </a:r>
            <a:br/>
            <a:r>
              <a:t>Both are writable for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sysfs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Network interfaces:</a:t>
            </a:r>
            <a:br/>
            <a:r>
              <a:t>$ ls /sys/class/net/</a:t>
            </a:r>
            <a:br/>
            <a:r>
              <a:t>eth0  lo  wlan0</a:t>
            </a:r>
            <a:br/>
            <a:r>
              <a:t>$ cat /sys/class/net/eth0/address</a:t>
            </a:r>
            <a:br/>
            <a:r>
              <a:t>00:11:22:33:44:55</a:t>
            </a:r>
            <a:br/>
            <a:r>
              <a:t>$ cat /sys/class/net/eth0/carrier</a:t>
            </a:r>
            <a:br/>
            <a:r>
              <a:t>1</a:t>
            </a:r>
            <a:br/>
            <a:br/>
            <a:r>
              <a:t># GPIO (legacy interface):</a:t>
            </a:r>
            <a:br/>
            <a:r>
              <a:t>$ echo 17 &gt; /sys/class/gpio/export</a:t>
            </a:r>
            <a:br/>
            <a:r>
              <a:t>$ echo out &gt; /sys/class/gpio/gpio17/direction</a:t>
            </a:r>
            <a:br/>
            <a:r>
              <a:t>$ echo 1 &gt; /sys/class/gpio/gpio17/value</a:t>
            </a:r>
            <a:br/>
            <a:r>
              <a:t>$ cat /sys/class/gpio/gpio17/value</a:t>
            </a:r>
            <a:br/>
            <a:r>
              <a:t>1</a:t>
            </a:r>
            <a:br/>
            <a:br/>
            <a:r>
              <a:t># LEDs:</a:t>
            </a:r>
            <a:br/>
            <a:r>
              <a:t>$ ls /sys/class/leds/</a:t>
            </a:r>
            <a:br/>
            <a:r>
              <a:t>led0  led1</a:t>
            </a:r>
            <a:br/>
            <a:r>
              <a:t>$ echo 255 &gt; /sys/class/leds/led0/brightness</a:t>
            </a:r>
            <a:br/>
            <a:r>
              <a:t>$ echo heartbeat &gt; /sys/class/leds/led0/trigger</a:t>
            </a:r>
            <a:br/>
            <a:br/>
            <a:r>
              <a:t># Thermal:</a:t>
            </a:r>
            <a:br/>
            <a:r>
              <a:t>$ cat /sys/class/thermal/thermal_zone0/temp</a:t>
            </a:r>
            <a:br/>
            <a:r>
              <a:t>45000</a:t>
            </a:r>
            <a:br/>
            <a:r>
              <a:t>(45 degrees C)</a:t>
            </a:r>
            <a:br/>
            <a:br/>
            <a:r>
              <a:t># Battery:</a:t>
            </a:r>
            <a:br/>
            <a:r>
              <a:t>$ cat /sys/class/power_supply/battery/capacity</a:t>
            </a:r>
            <a:br/>
            <a:r>
              <a:t>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sysfs: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0B342"/>
                </a:solidFill>
                <a:latin typeface="Courier New"/>
              </a:defRPr>
            </a:pPr>
            <a:r>
              <a:t>/sys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9144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sysfs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862E"/>
                </a:solidFill>
                <a:latin typeface="Courier New"/>
              </a:defRPr>
            </a:pPr>
            <a:r>
              <a:t>├── bus/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17043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Bus types (i2c, spi, usb, mmc, platform)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264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862E"/>
                </a:solidFill>
                <a:latin typeface="Courier New"/>
              </a:defRPr>
            </a:pPr>
            <a:r>
              <a:t>│   ├── i2c/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42646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I2C bus devices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824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862E"/>
                </a:solidFill>
                <a:latin typeface="Courier New"/>
              </a:defRPr>
            </a:pPr>
            <a:r>
              <a:t>│   │   ├── devices/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8249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Connected I2C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385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862E"/>
                </a:solidFill>
                <a:latin typeface="Courier New"/>
              </a:defRPr>
            </a:pPr>
            <a:r>
              <a:t>│   │   └── drivers/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9385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I2C device drivers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E6862E"/>
                </a:solidFill>
                <a:latin typeface="Courier New"/>
              </a:defRPr>
            </a:pPr>
            <a:r>
              <a:t>│   └── usb/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945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USB bus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505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7A8C"/>
                </a:solidFill>
                <a:latin typeface="Courier New"/>
              </a:defRPr>
            </a:pPr>
            <a:r>
              <a:t>├── class/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45059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Device classes (functional grouping)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0662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7A8C"/>
                </a:solidFill>
                <a:latin typeface="Courier New"/>
              </a:defRPr>
            </a:pPr>
            <a:r>
              <a:t>│   ├── gpio/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70662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GPIO pins (legacy)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626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7A8C"/>
                </a:solidFill>
                <a:latin typeface="Courier New"/>
              </a:defRPr>
            </a:pPr>
            <a:r>
              <a:t>│   ├── net/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96265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Network interfaces (eth0, wlan0)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186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7A8C"/>
                </a:solidFill>
                <a:latin typeface="Courier New"/>
              </a:defRPr>
            </a:pPr>
            <a:r>
              <a:t>│   ├── input/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21868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Input devices (keyboard, mouse)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7A8C"/>
                </a:solidFill>
                <a:latin typeface="Courier New"/>
              </a:defRPr>
            </a:pPr>
            <a:r>
              <a:t>│   ├── leds/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474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LED 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30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197A8C"/>
                </a:solidFill>
                <a:latin typeface="Courier New"/>
              </a:defRPr>
            </a:pPr>
            <a:r>
              <a:t>│   └── thermal/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7307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Thermal zones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867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D6FF6"/>
                </a:solidFill>
                <a:latin typeface="Courier New"/>
              </a:defRPr>
            </a:pPr>
            <a:r>
              <a:t>├── devices/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9867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Physical device tree from firmware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4281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D6FF6"/>
                </a:solidFill>
                <a:latin typeface="Courier New"/>
              </a:defRPr>
            </a:pPr>
            <a:r>
              <a:t>│   └── platform/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424281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Platform devices (SoC peripherals)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4988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0B342"/>
                </a:solidFill>
                <a:latin typeface="Courier New"/>
              </a:defRPr>
            </a:pPr>
            <a:r>
              <a:t>├── kernel/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4988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Kernel objects (cgroups, ftrace)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0B342"/>
                </a:solidFill>
                <a:latin typeface="Courier New"/>
              </a:defRPr>
            </a:pPr>
            <a:r>
              <a:t>└── module/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754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Loaded kernel modules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37760"/>
            <a:ext cx="11277295" cy="137160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029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394960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sysfs files are readable AND writable. Writing to them configures the kernel and drivers at runtime. This is how you control GPIOs, LEDs, network interfaces, and more from userspace.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Device Tree: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The Device Tree describes hardware to the kernel.</a:t>
            </a:r>
            <a:br/>
            <a:r>
              <a:t>Instead of hardcoding board details in C code, we use a data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501487" cy="2286000"/>
          </a:xfrm>
          <a:prstGeom prst="roundRect">
            <a:avLst/>
          </a:prstGeom>
          <a:solidFill>
            <a:srgbClr val="2A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62E"/>
                </a:solidFill>
                <a:latin typeface="Arial"/>
              </a:defRPr>
            </a:pPr>
            <a:r>
              <a:t>Before Device Tree (Board 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522716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CCCC"/>
                </a:solidFill>
                <a:latin typeface="Courier New"/>
              </a:defRPr>
            </a:pPr>
            <a:r>
              <a:t>static struct resource myboard_resources[] = {</a:t>
            </a:r>
            <a:br/>
            <a:r>
              <a:t>    [0] = { .start = 0x48020000, ... },</a:t>
            </a:r>
            <a:br/>
            <a:r>
              <a:t>    [1] = { .start = 0x48024000, ... },</a:t>
            </a:r>
            <a:br/>
            <a:r>
              <a:t>};</a:t>
            </a:r>
            <a:br/>
            <a:br/>
            <a:r>
              <a:t>static struct platform_device myboard_uart = {</a:t>
            </a:r>
            <a:br/>
            <a:r>
              <a:t>    .name = "omap-uart",</a:t>
            </a:r>
            <a:br/>
            <a:r>
              <a:t>    .id = 0,</a:t>
            </a:r>
            <a:br/>
            <a:r>
              <a:t>    .resource = myboard_resources,</a:t>
            </a:r>
            <a:br/>
            <a:r>
              <a:t>    .num_resources = ARRAY_SIZE(myboard_resources),</a:t>
            </a:r>
            <a:br/>
            <a:r>
              <a:t>};</a:t>
            </a:r>
            <a:br/>
            <a:br/>
            <a:r>
              <a:t>// One file per board. Hundreds of files.</a:t>
            </a:r>
            <a:br/>
            <a:r>
              <a:t>// Kernel recompile for every board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501487" cy="2286000"/>
          </a:xfrm>
          <a:prstGeom prst="roundRect">
            <a:avLst/>
          </a:prstGeom>
          <a:solidFill>
            <a:srgbClr val="1E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28600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Arial"/>
              </a:defRPr>
            </a:pPr>
            <a:r>
              <a:t>After Device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651760"/>
            <a:ext cx="5227167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CCFFCC"/>
                </a:solidFill>
                <a:latin typeface="Courier New"/>
              </a:defRPr>
            </a:pPr>
            <a:r>
              <a:t>/* am335x-boneblack.dts */</a:t>
            </a:r>
            <a:br/>
            <a:r>
              <a:t>&amp;uart0 {</a:t>
            </a:r>
            <a:br/>
            <a:r>
              <a:t>    status = "okay";</a:t>
            </a:r>
            <a:br/>
            <a:r>
              <a:t>    pinctrl-names = "default";</a:t>
            </a:r>
            <a:br/>
            <a:r>
              <a:t>    pinctrl-0 = &lt;&amp;uart0_pins&gt;;</a:t>
            </a:r>
            <a:br/>
            <a:r>
              <a:t>};</a:t>
            </a:r>
            <a:br/>
            <a:br/>
            <a:r>
              <a:t>/* One .dts file per board */</a:t>
            </a:r>
            <a:br/>
            <a:r>
              <a:t>/* Kernel is SoC-agnostic */</a:t>
            </a:r>
            <a:br/>
            <a:r>
              <a:t>/* Same kernel image, different DTB */</a:t>
            </a:r>
            <a:br/>
            <a:br/>
            <a:r>
              <a:t>$ cat /proc/device-tree/model</a:t>
            </a:r>
            <a:br/>
            <a:r>
              <a:t>"TI AM335x BeagleBone Black"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Device Tree: 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D4D4D4"/>
                </a:solidFill>
                <a:latin typeface="Courier New"/>
              </a:defRPr>
            </a:pPr>
            <a:r>
              <a:t>/* am335x-boneblack.dts - simplified */</a:t>
            </a:r>
            <a:br/>
            <a:r>
              <a:t>/dts-v1/;</a:t>
            </a:r>
            <a:br/>
            <a:r>
              <a:t>#include "am33xx.dtsi"    /* SoC-level definitions */</a:t>
            </a:r>
            <a:br/>
            <a:br/>
            <a:r>
              <a:t>/ {</a:t>
            </a:r>
            <a:br/>
            <a:r>
              <a:t>    model = "TI AM335x BeagleBone Black";</a:t>
            </a:r>
            <a:br/>
            <a:r>
              <a:t>    compatible = "ti,am335x-bone-black", "ti,am33xx";</a:t>
            </a:r>
            <a:br/>
            <a:br/>
            <a:r>
              <a:t>    /* Root node: describes the board */</a:t>
            </a:r>
            <a:br/>
            <a:r>
              <a:t>    cpus {</a:t>
            </a:r>
            <a:br/>
            <a:r>
              <a:t>        cpu@0 {</a:t>
            </a:r>
            <a:br/>
            <a:r>
              <a:t>            clock-frequency = &lt;1000000000&gt;;  /* 1 GHz */</a:t>
            </a:r>
            <a:br/>
            <a:r>
              <a:t>        };</a:t>
            </a:r>
            <a:br/>
            <a:r>
              <a:t>    };</a:t>
            </a:r>
            <a:br/>
            <a:br/>
            <a:r>
              <a:t>    memory@80000000 {</a:t>
            </a:r>
            <a:br/>
            <a:r>
              <a:t>        device_type = "memory";</a:t>
            </a:r>
            <a:br/>
            <a:r>
              <a:t>        reg = &lt;0x80000000 0x20000000&gt;;  /* 512 MB at 0x80000000 */</a:t>
            </a:r>
            <a:br/>
            <a:r>
              <a:t>    };</a:t>
            </a:r>
            <a:br/>
            <a:br/>
            <a:r>
              <a:t>    /* LED definitions */</a:t>
            </a:r>
            <a:br/>
            <a:r>
              <a:t>    leds {</a:t>
            </a:r>
            <a:br/>
            <a:r>
              <a:t>        compatible = "gpio-leds";</a:t>
            </a:r>
            <a:br/>
            <a:r>
              <a:t>        led0 {</a:t>
            </a:r>
            <a:br/>
            <a:r>
              <a:t>            label = "beaglebone:green:usr0";</a:t>
            </a:r>
            <a:br/>
            <a:r>
              <a:t>            gpios = &lt;&amp;gpio1 21 GPIO_ACTIVE_HIGH&gt;;</a:t>
            </a:r>
            <a:br/>
            <a:r>
              <a:t>            default-state = "off";</a:t>
            </a:r>
            <a:br/>
            <a:r>
              <a:t>        };</a:t>
            </a:r>
            <a:br/>
            <a:r>
              <a:t>    };</a:t>
            </a:r>
            <a:br/>
            <a:r>
              <a:t>};</a:t>
            </a:r>
            <a:br/>
            <a:br/>
            <a:r>
              <a:t>/* Enable UART0 */</a:t>
            </a:r>
            <a:br/>
            <a:r>
              <a:t>&amp;uart0 {</a:t>
            </a:r>
            <a:br/>
            <a:r>
              <a:t>    status = "okay";</a:t>
            </a:r>
            <a:br/>
            <a:r>
              <a:t>    pinctrl-names = "default";</a:t>
            </a:r>
            <a:br/>
            <a:r>
              <a:t>    pinctrl-0 = &lt;&amp;uart0_pins&gt;;</a:t>
            </a:r>
            <a:br/>
            <a:r>
              <a:t>};</a:t>
            </a:r>
            <a:br/>
            <a:br/>
            <a:r>
              <a:t>/* Pinmux configuration */</a:t>
            </a:r>
            <a:br/>
            <a:r>
              <a:t>&amp;am33xx_pinmux {</a:t>
            </a:r>
            <a:br/>
            <a:r>
              <a:t>    uart0_pins: uart0_pins {</a:t>
            </a:r>
            <a:br/>
            <a:r>
              <a:t>        pinctrl-single,pins = &lt;</a:t>
            </a:r>
            <a:br/>
            <a:r>
              <a:t>            0x170 (PIN_INPUT_PULLUP | MUX_MODE0)  /* UART0_RXD */</a:t>
            </a:r>
            <a:br/>
            <a:r>
              <a:t>            0x174 (PIN_OUTPUT_PULLDOWN | MUX_MODE0) /* UART0_TXD */</a:t>
            </a:r>
            <a:br/>
            <a:r>
              <a:t>        &gt;;</a:t>
            </a:r>
            <a:br/>
            <a:r>
              <a:t>   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Device Tree: Compilation &amp;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Compilation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Source files:</a:t>
            </a:r>
            <a:br/>
            <a:r>
              <a:t>  .dts  = Device Tree Source</a:t>
            </a:r>
            <a:br/>
            <a:r>
              <a:t>  .dtsi = Device Tree Source Include</a:t>
            </a:r>
            <a:br/>
            <a:r>
              <a:t>  .dtb  = Device Tree Blob (binary)</a:t>
            </a:r>
            <a:br/>
            <a:br/>
            <a:r>
              <a:t>Compilation:</a:t>
            </a:r>
            <a:br/>
            <a:r>
              <a:t>  $ dtc -I dts -O dtb -o am335x-boneblack.dtb \</a:t>
            </a:r>
            <a:br/>
            <a:r>
              <a:t>      am335x-boneblack.dts</a:t>
            </a:r>
            <a:br/>
            <a:br/>
            <a:r>
              <a:t>Or via kernel build:</a:t>
            </a:r>
            <a:br/>
            <a:r>
              <a:t>  $ make ARCH=arm am335x-boneblack.dtb</a:t>
            </a:r>
            <a:br/>
            <a:br/>
            <a:r>
              <a:t>U-Boot loads DTB into memory:</a:t>
            </a:r>
            <a:br/>
            <a:r>
              <a:t>  $ fatload mmc 0:1 ${fdt_addr_r} am335x-boneblack.dtb</a:t>
            </a:r>
            <a:br/>
            <a:r>
              <a:t>  $ bootz ${kernel_addr_r} - ${fdt_addr_r}</a:t>
            </a:r>
            <a:br/>
            <a:br/>
            <a:r>
              <a:t>Kernel parses DTB at boot:</a:t>
            </a:r>
            <a:br/>
            <a:r>
              <a:t>  → Creates platform devices</a:t>
            </a:r>
            <a:br/>
            <a:r>
              <a:t>  → Matches drivers via "compatible" strings</a:t>
            </a:r>
            <a:br/>
            <a:r>
              <a:t>  → Configures pinmux, clocks, GPIOs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Driver Matching (compatible)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D4D4D4"/>
                </a:solidFill>
                <a:latin typeface="Courier New"/>
              </a:defRPr>
            </a:pPr>
            <a:r>
              <a:t>/* Device Tree node */</a:t>
            </a:r>
            <a:br/>
            <a:r>
              <a:t>uart0: serial@44e09000 {</a:t>
            </a:r>
            <a:br/>
            <a:r>
              <a:t>    compatible = "ti,omap3-uart";</a:t>
            </a:r>
            <a:br/>
            <a:r>
              <a:t>    reg = &lt;0x44e09000 0x2000&gt;;</a:t>
            </a:r>
            <a:br/>
            <a:r>
              <a:t>    interrupts = &lt;72&gt;;</a:t>
            </a:r>
            <a:br/>
            <a:r>
              <a:t>    status = "okay";</a:t>
            </a:r>
            <a:br/>
            <a:r>
              <a:t>};</a:t>
            </a:r>
            <a:br/>
            <a:br/>
            <a:r>
              <a:t>/* Driver (drivers/tty/serial/omap-serial.c) */</a:t>
            </a:r>
            <a:br/>
            <a:r>
              <a:t>static const struct of_device_id omap_serial_of_match[] = {</a:t>
            </a:r>
            <a:br/>
            <a:r>
              <a:t>    { .compatible = "ti,omap3-uart" },</a:t>
            </a:r>
            <a:br/>
            <a:r>
              <a:t>    { .compatible = "ti,omap4-uart" },</a:t>
            </a:r>
            <a:br/>
            <a:r>
              <a:t>    { }</a:t>
            </a:r>
            <a:br/>
            <a:r>
              <a:t>};</a:t>
            </a:r>
            <a:br/>
            <a:r>
              <a:t>MODULE_DEVICE_TABLE(of, omap_serial_of_match);</a:t>
            </a:r>
            <a:br/>
            <a:br/>
            <a:r>
              <a:t>static struct platform_driver omap_serial_driver = {</a:t>
            </a:r>
            <a:br/>
            <a:r>
              <a:t>    .probe = omap_serial_probe,</a:t>
            </a:r>
            <a:br/>
            <a:r>
              <a:t>    .driver = {</a:t>
            </a:r>
            <a:br/>
            <a:r>
              <a:t>        .name = "omap-uart",</a:t>
            </a:r>
            <a:br/>
            <a:r>
              <a:t>        .of_match_table = omap_serial_of_match,</a:t>
            </a:r>
            <a:br/>
            <a:r>
              <a:t>    },</a:t>
            </a:r>
            <a:br/>
            <a:r>
              <a:t>};</a:t>
            </a:r>
            <a:br/>
            <a:br/>
            <a:r>
              <a:t>/* Kernel matches "compatible" string</a:t>
            </a:r>
            <a:br/>
            <a:r>
              <a:t>   → Calls probe() with device info from DTB */</a:t>
            </a:r>
            <a:br/>
            <a:br/>
            <a:r>
              <a:t>/* Access DT data in driver: */</a:t>
            </a:r>
            <a:br/>
            <a:r>
              <a:t>struct device_node *np = dev-&gt;of_node;</a:t>
            </a:r>
            <a:br/>
            <a:r>
              <a:t>u32 reg_addr = of_get_address(np, 0, NULL, NULL);</a:t>
            </a:r>
            <a:br/>
            <a:r>
              <a:t>int irq = of_irq_get(np, 0);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Device Tree Overlays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What are Overlays?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Device Tree Overlays allow runtime</a:t>
            </a:r>
            <a:br/>
            <a:r>
              <a:t>modification of the base device tree.</a:t>
            </a:r>
            <a:br/>
            <a:br/>
            <a:r>
              <a:t>Use cases:</a:t>
            </a:r>
            <a:br/>
            <a:r>
              <a:t>  • Add/remove peripherals at runtime</a:t>
            </a:r>
            <a:br/>
            <a:r>
              <a:t>  • Support multiple cape/hat boards</a:t>
            </a:r>
            <a:br/>
            <a:r>
              <a:t>  • Enable/disable features without</a:t>
            </a:r>
            <a:br/>
            <a:r>
              <a:t>    recompiling the base DTB</a:t>
            </a:r>
            <a:br/>
            <a:br/>
            <a:r>
              <a:t>Format: .dtbo (compiled overlay)</a:t>
            </a:r>
            <a:br/>
            <a:br/>
            <a:r>
              <a:t>Applied at runtime:</a:t>
            </a:r>
            <a:br/>
            <a:r>
              <a:t>  $ mkdir /sys/kernel/config/device-tree/overlays/my-overlay</a:t>
            </a:r>
            <a:br/>
            <a:r>
              <a:t>  $ cat my-overlay.dtbo &gt; /sys/kernel/config/device-tree/overlays/my-overlay/dtbo</a:t>
            </a:r>
            <a:br/>
            <a:br/>
            <a:r>
              <a:t>Or via U-Boot:</a:t>
            </a:r>
            <a:br/>
            <a:r>
              <a:t>  $ fatload mmc 0:1 ${overlay_addr} my-overlay.dtbo</a:t>
            </a:r>
            <a:br/>
            <a:r>
              <a:t>  $ fdt apply ${overlay_addr}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Overlay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D4D4D4"/>
                </a:solidFill>
                <a:latin typeface="Courier New"/>
              </a:defRPr>
            </a:pPr>
            <a:r>
              <a:t>/* my-sensor-overlay.dts */</a:t>
            </a:r>
            <a:br/>
            <a:r>
              <a:t>/dts-v1/;</a:t>
            </a:r>
            <a:br/>
            <a:r>
              <a:t>/plugin/;</a:t>
            </a:r>
            <a:br/>
            <a:br/>
            <a:r>
              <a:t>/ {</a:t>
            </a:r>
            <a:br/>
            <a:r>
              <a:t>    compatible = "ti,am335x-bone-black";</a:t>
            </a:r>
            <a:br/>
            <a:br/>
            <a:r>
              <a:t>    fragment@0 {</a:t>
            </a:r>
            <a:br/>
            <a:r>
              <a:t>        target = &lt;&amp;i2c1&gt;;</a:t>
            </a:r>
            <a:br/>
            <a:r>
              <a:t>        __overlay__ {</a:t>
            </a:r>
            <a:br/>
            <a:r>
              <a:t>            #address-cells = &lt;1&gt;;</a:t>
            </a:r>
            <a:br/>
            <a:r>
              <a:t>            #size-cells = &lt;0&gt;;</a:t>
            </a:r>
            <a:br/>
            <a:br/>
            <a:r>
              <a:t>            sensor@48 {</a:t>
            </a:r>
            <a:br/>
            <a:r>
              <a:t>                compatible = "ti,tmp102";</a:t>
            </a:r>
            <a:br/>
            <a:r>
              <a:t>                reg = &lt;0x48&gt;;</a:t>
            </a:r>
            <a:br/>
            <a:r>
              <a:t>            };</a:t>
            </a:r>
            <a:br/>
            <a:r>
              <a:t>        };</a:t>
            </a:r>
            <a:br/>
            <a:r>
              <a:t>    };</a:t>
            </a:r>
            <a:br/>
            <a:br/>
            <a:r>
              <a:t>    fragment@1 {</a:t>
            </a:r>
            <a:br/>
            <a:r>
              <a:t>        target-path = "/";</a:t>
            </a:r>
            <a:br/>
            <a:r>
              <a:t>        __overlay__ {</a:t>
            </a:r>
            <a:br/>
            <a:r>
              <a:t>            my_sensor_ref = &lt;&amp;sensor&gt;;</a:t>
            </a:r>
            <a:br/>
            <a:r>
              <a:t>        };</a:t>
            </a:r>
            <a:br/>
            <a:r>
              <a:t>    };</a:t>
            </a:r>
            <a:br/>
            <a:r>
              <a:t>};</a:t>
            </a:r>
            <a:br/>
            <a:br/>
            <a:r>
              <a:t>/* Compile: */</a:t>
            </a:r>
            <a:br/>
            <a:r>
              <a:t>/* dtc -I dts -O dtb -o my-sensor.dtbo my-sensor-overlay.dts */</a:t>
            </a:r>
            <a:br/>
            <a:br/>
            <a:r>
              <a:t>/* Apply: */</a:t>
            </a:r>
            <a:br/>
            <a:r>
              <a:t>/* mkdir /sys/kernel/config/device-tree/overlays/sensor */</a:t>
            </a:r>
            <a:br/>
            <a:r>
              <a:t>/* cat my-sensor.dtbo &gt; .../overlays/sensor/dtbo */</a:t>
            </a:r>
            <a:br/>
            <a:br/>
            <a:r>
              <a:t>/* Remove: */</a:t>
            </a:r>
            <a:br/>
            <a:r>
              <a:t>/* rmdir /sys/kernel/config/device-tree/overlays/sensor */</a:t>
            </a:r>
            <a:br/>
            <a:br/>
            <a:r>
              <a:t>/* Verify: */</a:t>
            </a:r>
            <a:br/>
            <a:r>
              <a:t>/* ls /proc/device-tree/soc@0/i2c@4802a000/sensor@48/ */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Interrupt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Hardware interrupts signal the CPU that an event needs immediate attention.</a:t>
            </a:r>
            <a:br/>
            <a:r>
              <a:t>The kernel must handle these quickly and efficiently.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B342"/>
                </a:solidFill>
                <a:latin typeface="Arial"/>
              </a:defRPr>
            </a:pPr>
            <a:r>
              <a:t>Hardware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11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GPIO pin change, timer expiry, DMA complete, UART RX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45920" y="2304288"/>
            <a:ext cx="137160" cy="15544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862E"/>
                </a:solidFill>
                <a:latin typeface="Arial"/>
              </a:defRPr>
            </a:pPr>
            <a:r>
              <a:t>Interrupt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8716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GIC (Generic Interrupt Controller)</a:t>
            </a:r>
            <a:br/>
            <a:r>
              <a:t>Routes to correct CPU core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645920" y="2779776"/>
            <a:ext cx="137160" cy="15544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626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97A8C"/>
                </a:solidFill>
                <a:latin typeface="Arial"/>
              </a:defRPr>
            </a:pPr>
            <a:r>
              <a:t>CPU Interrupt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6265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CPU stops current work</a:t>
            </a:r>
            <a:br/>
            <a:r>
              <a:t>Saves context, jumps to handler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645920" y="3255264"/>
            <a:ext cx="137160" cy="15544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D6FF6"/>
                </a:solidFill>
                <a:latin typeface="Arial"/>
              </a:defRPr>
            </a:pPr>
            <a:r>
              <a:t>Kernel ISR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438144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Interrupt Service Routine</a:t>
            </a:r>
            <a:br/>
            <a:r>
              <a:t>Top half: minimal work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645920" y="3730752"/>
            <a:ext cx="137160" cy="15544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B342"/>
                </a:solidFill>
                <a:latin typeface="Arial"/>
              </a:defRPr>
            </a:pPr>
            <a:r>
              <a:t>Bottom Half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1363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Deferred processing</a:t>
            </a:r>
            <a:br/>
            <a:r>
              <a:t>Softirq, tasklet, workqueue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645920" y="4206240"/>
            <a:ext cx="137160" cy="15544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862E"/>
                </a:solidFill>
                <a:latin typeface="Arial"/>
              </a:defRPr>
            </a:pPr>
            <a:r>
              <a:t>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389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Restore context</a:t>
            </a:r>
            <a:br/>
            <a:r>
              <a:t>Resume interrupted 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Interrupt Handler Registration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8404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D4D4D4"/>
                </a:solidFill>
                <a:latin typeface="Courier New"/>
              </a:defRPr>
            </a:pPr>
            <a:r>
              <a:t>#include &lt;linux/interrupt.h&gt;</a:t>
            </a:r>
            <a:br/>
            <a:r>
              <a:t>#include &lt;linux/gpio.h&gt;</a:t>
            </a:r>
            <a:br/>
            <a:br/>
            <a:r>
              <a:t>static irqreturn_t my_irq_handler(int irq, void *dev_id)</a:t>
            </a:r>
            <a:br/>
            <a:r>
              <a:t>{</a:t>
            </a:r>
            <a:br/>
            <a:r>
              <a:t>    /* Top half: minimal work */</a:t>
            </a:r>
            <a:br/>
            <a:r>
              <a:t>    /* Read status register, ack interrupt */</a:t>
            </a:r>
            <a:br/>
            <a:r>
              <a:t>    u32 status = readl(my_base + REG_STATUS);</a:t>
            </a:r>
            <a:br/>
            <a:r>
              <a:t>    writel(status, my_base + REG_STATUS);  /* Ack */</a:t>
            </a:r>
            <a:br/>
            <a:br/>
            <a:r>
              <a:t>    /* Schedule bottom half for heavy work */</a:t>
            </a:r>
            <a:br/>
            <a:r>
              <a:t>    schedule_work(&amp;my_work);</a:t>
            </a:r>
            <a:br/>
            <a:br/>
            <a:r>
              <a:t>    return IRQ_HANDLED;  /* or IRQ_NONE if not our interrupt */</a:t>
            </a:r>
            <a:br/>
            <a:r>
              <a:t>}</a:t>
            </a:r>
            <a:br/>
            <a:br/>
            <a:r>
              <a:t>static int my_probe(struct platform_device *pdev)</a:t>
            </a:r>
            <a:br/>
            <a:r>
              <a:t>{</a:t>
            </a:r>
            <a:br/>
            <a:r>
              <a:t>    int irq, ret;</a:t>
            </a:r>
            <a:br/>
            <a:br/>
            <a:r>
              <a:t>    /* Method 1: From device tree */</a:t>
            </a:r>
            <a:br/>
            <a:r>
              <a:t>    irq = platform_get_irq(pdev, 0);</a:t>
            </a:r>
            <a:br/>
            <a:br/>
            <a:r>
              <a:t>    /* Method 2: From GPIO */</a:t>
            </a:r>
            <a:br/>
            <a:r>
              <a:t>    int gpio = of_get_gpio(pdev-&gt;dev.of_node, 0);</a:t>
            </a:r>
            <a:br/>
            <a:r>
              <a:t>    irq = gpio_to_irq(gpio);</a:t>
            </a:r>
            <a:br/>
            <a:br/>
            <a:r>
              <a:t>    /* Register handler */</a:t>
            </a:r>
            <a:br/>
            <a:r>
              <a:t>    ret = request_irq(irq, my_irq_handler,</a:t>
            </a:r>
            <a:br/>
            <a:r>
              <a:t>                      IRQF_TRIGGER_RISING,</a:t>
            </a:r>
            <a:br/>
            <a:r>
              <a:t>                      "my-driver", pdev);</a:t>
            </a:r>
            <a:br/>
            <a:r>
              <a:t>    if (ret) {</a:t>
            </a:r>
            <a:br/>
            <a:r>
              <a:t>        dev_err(&amp;pdev-&gt;dev, "Failed to request IRQ %d\n", irq);</a:t>
            </a:r>
            <a:br/>
            <a:r>
              <a:t>        return ret;</a:t>
            </a:r>
            <a:br/>
            <a:r>
              <a:t>    }</a:t>
            </a:r>
            <a:br/>
            <a:br/>
            <a:r>
              <a:t>    return 0;</a:t>
            </a:r>
            <a:br/>
            <a:r>
              <a:t>}</a:t>
            </a:r>
            <a:br/>
            <a:br/>
            <a:r>
              <a:t>static void my_remove(struct platform_device *pdev)</a:t>
            </a:r>
            <a:br/>
            <a:r>
              <a:t>{</a:t>
            </a:r>
            <a:br/>
            <a:r>
              <a:t>    int irq = platform_get_irq(pdev, 0);</a:t>
            </a:r>
            <a:br/>
            <a:r>
              <a:t>    free_irq(irq, pdev);</a:t>
            </a:r>
            <a:br/>
            <a:r>
              <a:t>}</a:t>
            </a:r>
            <a:br/>
            <a:br/>
            <a:r>
              <a:t>/* Flags:</a:t>
            </a:r>
            <a:br/>
            <a:r>
              <a:t>   IRQF_TRIGGER_RISING   - rising edge</a:t>
            </a:r>
            <a:br/>
            <a:r>
              <a:t>   IRQF_TRIGGER_FALLING  - falling edge</a:t>
            </a:r>
            <a:br/>
            <a:r>
              <a:t>   IRQF_TRIGGER_HIGH     - high level</a:t>
            </a:r>
            <a:br/>
            <a:r>
              <a:t>   IRQF_SHARED           - shared interrupt line</a:t>
            </a:r>
            <a:br/>
            <a:r>
              <a:t>   IRQF_ONESHOT          - threaded IRQ, keep disabled until thread done</a:t>
            </a:r>
            <a:br/>
            <a:r>
              <a:t>*/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Interrupt Context: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F00"/>
                </a:solidFill>
                <a:latin typeface="Arial"/>
              </a:defRPr>
            </a:pPr>
            <a:r>
              <a:t>DON'T in Interrupt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✗ sleep() or any blocking call</a:t>
            </a:r>
            <a:br/>
            <a:r>
              <a:t>✗ mutex_lock() (can sleep)</a:t>
            </a:r>
            <a:br/>
            <a:r>
              <a:t>✗ kmalloc(GFP_KERNEL) (can sleep)</a:t>
            </a:r>
            <a:br/>
            <a:r>
              <a:t>✗ copy_to/from_user() (can sleep)</a:t>
            </a:r>
            <a:br/>
            <a:r>
              <a:t>✗ Any function that might schedule</a:t>
            </a:r>
            <a:br/>
            <a:r>
              <a:t>✗ Long-running computations</a:t>
            </a:r>
            <a:br/>
            <a:r>
              <a:t>✗ I/O operations that block</a:t>
            </a:r>
            <a:br/>
            <a:br/>
            <a:r>
              <a:t>Interrupt context:</a:t>
            </a:r>
            <a:br/>
            <a:r>
              <a:t>  • Runs with interrupts disabled (on this CPU)</a:t>
            </a:r>
            <a:br/>
            <a:r>
              <a:t>  • No process context (no current-&gt;mm)</a:t>
            </a:r>
            <a:br/>
            <a:r>
              <a:t>  • Must be FAST</a:t>
            </a:r>
            <a:br/>
            <a:r>
              <a:t>  • Can run on any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Arial"/>
              </a:defRPr>
            </a:pPr>
            <a:r>
              <a:t>DO in Interrupt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Read/write hardware registers</a:t>
            </a:r>
            <a:br/>
            <a:r>
              <a:t>✓ Spinlock (not mutex!)</a:t>
            </a:r>
            <a:br/>
            <a:r>
              <a:t>✓ kmalloc(GFP_ATOMIC)</a:t>
            </a:r>
            <a:br/>
            <a:r>
              <a:t>✓ mod_timer()</a:t>
            </a:r>
            <a:br/>
            <a:r>
              <a:t>✓ schedule_work() / tasklet_schedule()</a:t>
            </a:r>
            <a:br/>
            <a:r>
              <a:t>✓ wake_up() (non-blocking wake)</a:t>
            </a:r>
            <a:br/>
            <a:r>
              <a:t>✓ writel()/readl() for MMIO</a:t>
            </a:r>
            <a:br/>
            <a:br/>
            <a:r>
              <a:t>Top half rules:</a:t>
            </a:r>
            <a:br/>
            <a:r>
              <a:t>  • Acknowledge interrupt</a:t>
            </a:r>
            <a:br/>
            <a:r>
              <a:t>  • Read minimal status</a:t>
            </a:r>
            <a:br/>
            <a:r>
              <a:t>  • Schedule bottom half</a:t>
            </a:r>
            <a:br/>
            <a:r>
              <a:t>  • Return quickly</a:t>
            </a:r>
            <a:br/>
            <a:br/>
            <a:r>
              <a:t>Bottom half rules:</a:t>
            </a:r>
            <a:br/>
            <a:r>
              <a:t>  • Interrupts are enabled</a:t>
            </a:r>
            <a:br/>
            <a:r>
              <a:t>  • Can use blocking calls (workqueue)</a:t>
            </a:r>
            <a:br/>
            <a:r>
              <a:t>  • Can sleep (workqueue only)</a:t>
            </a:r>
            <a:br/>
            <a:r>
              <a:t>  • Do the heavy lifting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Top Half vs Bottom Half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37160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Hardware Interrupt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CPU stops → Save context → Jump to ISR</a:t>
            </a:r>
            <a:br/>
            <a:r>
              <a:t>Interrupts DISABLED on this 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1277295" cy="91440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62E"/>
                </a:solidFill>
                <a:latin typeface="Arial"/>
              </a:defRPr>
            </a:pPr>
            <a:r>
              <a:t>Top Half (ISR)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Acknowledge interrupt → Read status → Schedule bottom half → Return (IRQ_HANDLED)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291840"/>
            <a:ext cx="27432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Bottom Half Options (interrupts ENABLED):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760720" cy="7772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76072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77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Softirq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Static, fastest, same type can run on multiple CPUs</a:t>
            </a:r>
            <a:br/>
            <a:r>
              <a:t>Used by: network, block, timer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931920"/>
            <a:ext cx="5760720" cy="7772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3931920"/>
            <a:ext cx="576072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977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Tasklet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Dynamic, serialized (same tasklet runs on one CPU)</a:t>
            </a:r>
            <a:br/>
            <a:r>
              <a:t>Built on top of softirq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5760720" cy="77724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576072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Workqueue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Runs in process context, CAN SLEEP</a:t>
            </a:r>
            <a:br/>
            <a:r>
              <a:t>Used for: I/O, blocking operations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846320"/>
            <a:ext cx="5760720" cy="77724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83680" y="4846320"/>
            <a:ext cx="576072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Threaded IRQ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Kernel thread per interrupt, CAN SLEEP</a:t>
            </a:r>
            <a:br/>
            <a:r>
              <a:t>Simplest API, recommended for new drivers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Softirqs &amp; Tasklets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Softirq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/* Static registration (compile time) */</a:t>
            </a:r>
            <a:br/>
            <a:r>
              <a:t>enum {</a:t>
            </a:r>
            <a:br/>
            <a:r>
              <a:t>    HI_SOFTIRQ = 0,        /* Highest priority */</a:t>
            </a:r>
            <a:br/>
            <a:r>
              <a:t>    TIMER_SOFTIRQ,</a:t>
            </a:r>
            <a:br/>
            <a:r>
              <a:t>    NET_TX_SOFTIRQ,</a:t>
            </a:r>
            <a:br/>
            <a:r>
              <a:t>    NET_RX_SOFTirq,</a:t>
            </a:r>
            <a:br/>
            <a:r>
              <a:t>    BLOCK_SOFTIRQ,</a:t>
            </a:r>
            <a:br/>
            <a:r>
              <a:t>    IRQ_POLL_SOFTIRQ,</a:t>
            </a:r>
            <a:br/>
            <a:r>
              <a:t>    TASKLET_SOFTIRQ,       /* Tasklets run here */</a:t>
            </a:r>
            <a:br/>
            <a:r>
              <a:t>    SCHED_SOFTIRQ,</a:t>
            </a:r>
            <a:br/>
            <a:r>
              <a:t>    HRTIMER_SOFTIRQ,</a:t>
            </a:r>
            <a:br/>
            <a:r>
              <a:t>    RCU_SOFTIRQ,           /* RCU callbacks */</a:t>
            </a:r>
            <a:br/>
            <a:r>
              <a:t>    NR_SOFTIRQS</a:t>
            </a:r>
            <a:br/>
            <a:r>
              <a:t>};</a:t>
            </a:r>
            <a:br/>
            <a:br/>
            <a:r>
              <a:t>/* Raise softirq */</a:t>
            </a:r>
            <a:br/>
            <a:r>
              <a:t>raise_softirq(NET_RX_SOFTIRQ);</a:t>
            </a:r>
            <a:br/>
            <a:br/>
            <a:r>
              <a:t>/* Characteristics:</a:t>
            </a:r>
            <a:br/>
            <a:r>
              <a:t>   • Statically allocated (cannot unregister)</a:t>
            </a:r>
            <a:br/>
            <a:r>
              <a:t>   • Same type can run on multiple CPUs</a:t>
            </a:r>
            <a:br/>
            <a:r>
              <a:t>   • Reentrant (must use locks)</a:t>
            </a:r>
            <a:br/>
            <a:r>
              <a:t>   • Runs in interrupt context (no sleep)</a:t>
            </a:r>
            <a:br/>
            <a:r>
              <a:t>   • Executed in do_softirq() or ksoftirqd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Tasklet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144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D4D4D4"/>
                </a:solidFill>
                <a:latin typeface="Courier New"/>
              </a:defRPr>
            </a:pPr>
            <a:r>
              <a:t>#include &lt;linux/workqueue.h&gt;</a:t>
            </a:r>
            <a:br/>
            <a:br/>
            <a:r>
              <a:t>static struct work_struct my_work;</a:t>
            </a:r>
            <a:br/>
            <a:r>
              <a:t>static struct workqueue_struct *my_wq;</a:t>
            </a:r>
            <a:br/>
            <a:br/>
            <a:r>
              <a:t>static void my_work_handler(struct work_struct *work)</a:t>
            </a:r>
            <a:br/>
            <a:r>
              <a:t>{</a:t>
            </a:r>
            <a:br/>
            <a:r>
              <a:t>    /* Runs in process context - CAN SLEEP */</a:t>
            </a:r>
            <a:br/>
            <a:r>
              <a:t>    pr_info("Workqueue: processing deferred work\n");</a:t>
            </a:r>
            <a:br/>
            <a:br/>
            <a:r>
              <a:t>    /* Can do: */</a:t>
            </a:r>
            <a:br/>
            <a:r>
              <a:t>    msleep(100);           /* Sleep */</a:t>
            </a:r>
            <a:br/>
            <a:r>
              <a:t>    mutex_lock(&amp;my_lock);  /* Mutex */</a:t>
            </a:r>
            <a:br/>
            <a:r>
              <a:t>    copy_to_user(...);     /* User copy */</a:t>
            </a:r>
            <a:br/>
            <a:r>
              <a:t>    kmalloc(GFP_KERNEL);   /* Kernel alloc */</a:t>
            </a:r>
            <a:br/>
            <a:r>
              <a:t>}</a:t>
            </a:r>
            <a:br/>
            <a:br/>
            <a:r>
              <a:t>static int my_probe(struct platform_device *pdev)</a:t>
            </a:r>
            <a:br/>
            <a:r>
              <a:t>{</a:t>
            </a:r>
            <a:br/>
            <a:r>
              <a:t>    /* Create dedicated workqueue */</a:t>
            </a:r>
            <a:br/>
            <a:r>
              <a:t>    my_wq = create_singlethread_workqueue("my_wq");</a:t>
            </a:r>
            <a:br/>
            <a:r>
              <a:t>    /* Or use system workqueue: schedule_work(&amp;my_work); */</a:t>
            </a:r>
            <a:br/>
            <a:br/>
            <a:r>
              <a:t>    INIT_WORK(&amp;my_work, my_work_handler);</a:t>
            </a:r>
            <a:br/>
            <a:br/>
            <a:r>
              <a:t>    return 0;</a:t>
            </a:r>
            <a:br/>
            <a:r>
              <a:t>}</a:t>
            </a:r>
            <a:br/>
            <a:br/>
            <a:r>
              <a:t>/* Schedule work from interrupt handler: */</a:t>
            </a:r>
            <a:br/>
            <a:r>
              <a:t>static irqreturn_t my_irq_handler(int irq, void *dev_id)</a:t>
            </a:r>
            <a:br/>
            <a:r>
              <a:t>{</a:t>
            </a:r>
            <a:br/>
            <a:r>
              <a:t>    /* Top half: minimal work */</a:t>
            </a:r>
            <a:br/>
            <a:r>
              <a:t>    status = readl(my_base + REG_STATUS);</a:t>
            </a:r>
            <a:br/>
            <a:r>
              <a:t>    writel(status, my_base + REG_STATUS);</a:t>
            </a:r>
            <a:br/>
            <a:br/>
            <a:r>
              <a:t>    /* Schedule bottom half */</a:t>
            </a:r>
            <a:br/>
            <a:r>
              <a:t>    queue_work(my_wq, &amp;my_work);</a:t>
            </a:r>
            <a:br/>
            <a:r>
              <a:t>    /* Or: schedule_work(&amp;my_work); for system wq */</a:t>
            </a:r>
            <a:br/>
            <a:br/>
            <a:r>
              <a:t>    return IRQ_HANDLED;</a:t>
            </a:r>
            <a:br/>
            <a:r>
              <a:t>}</a:t>
            </a:r>
            <a:br/>
            <a:br/>
            <a:r>
              <a:t>/* Key difference from tasklet:</a:t>
            </a:r>
            <a:br/>
            <a:r>
              <a:t>   • Workqueue runs in process context (can sleep)</a:t>
            </a:r>
            <a:br/>
            <a:r>
              <a:t>   • Tasklet runs in interrupt context (cannot sleep)</a:t>
            </a:r>
            <a:br/>
            <a:r>
              <a:t>   • Workqueue has higher latency but more flexibility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Threaded IRQs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Arial"/>
              </a:defRPr>
            </a:pPr>
            <a:r>
              <a:t>Threaded IRQ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Courier New"/>
              </a:defRPr>
            </a:pPr>
            <a:r>
              <a:t>Mechanism      | Context       | Sleep? | Latency</a:t>
            </a:r>
            <a:br/>
            <a:r>
              <a:t>───────────────┼───────────────┼────────┼────────</a:t>
            </a:r>
            <a:br/>
            <a:r>
              <a:t>Softirq        | IRQ           | No     | Lowest</a:t>
            </a:r>
            <a:br/>
            <a:r>
              <a:t>Tasklet        | IRQ           | No     | Low</a:t>
            </a:r>
            <a:br/>
            <a:r>
              <a:t>Workqueue      | Process       | Yes    | Medium</a:t>
            </a:r>
            <a:br/>
            <a:r>
              <a:t>Threaded IRQ   | Process       | Yes    | Medium</a:t>
            </a:r>
            <a:br/>
            <a:br/>
            <a:r>
              <a:t>Recommendation for new drivers:</a:t>
            </a:r>
            <a:br/>
            <a:r>
              <a:t>  → Use request_threaded_irq()</a:t>
            </a:r>
            <a:br/>
            <a:r>
              <a:t>  → Simplest API, good performance</a:t>
            </a:r>
            <a:br/>
            <a:r>
              <a:t>  → Can sleep in handler thread</a:t>
            </a:r>
            <a:br/>
            <a:br/>
            <a:r>
              <a:t>When to use what:</a:t>
            </a:r>
            <a:br/>
            <a:r>
              <a:t>  • Softirq: kernel internals only</a:t>
            </a:r>
            <a:br/>
            <a:r>
              <a:t>  • Tasklet: legacy drivers, low latency</a:t>
            </a:r>
            <a:br/>
            <a:r>
              <a:t>  • Workqueue: complex deferred work</a:t>
            </a:r>
            <a:br/>
            <a:r>
              <a:t>  • Threaded IRQ: new drivers (preferred)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Polling vs Interrupts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384048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Aspect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005840"/>
            <a:ext cx="4572000" cy="384048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07899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Interrupts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005840"/>
            <a:ext cx="4572000" cy="384048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07899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Polling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89888"/>
            <a:ext cx="18288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CPU usage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389888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463040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Low (event-driven)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389888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463040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High (continuous checking)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73936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84708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Latency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1773936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1847088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Low (immediate)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773936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847088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Depends on poll interval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57984"/>
            <a:ext cx="18288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231136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Complexity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2157984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2231136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Higher (ISR + bottom half)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157984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231136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Simpler (loop + check)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542032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15184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Shared 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542032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2615184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IRQF_SHARED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542032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615184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26080"/>
            <a:ext cx="18288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999232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Best for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926080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77440" y="299923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Most I/O events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926080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2999232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High-frequency, predictable events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310128"/>
            <a:ext cx="1828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383280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Example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3310128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77440" y="3383280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GPIO button, UART RX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310128"/>
            <a:ext cx="4572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3383280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NIC packet processing (NAPI)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694176"/>
            <a:ext cx="18288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767328"/>
            <a:ext cx="1645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Power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3694176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0" y="3767328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Can sleep between events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694176"/>
            <a:ext cx="4572000" cy="384048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767328"/>
            <a:ext cx="4389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CPU always active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Polling Example &amp; NAPI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Simple Polling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/* Linux NAPI: interrupt + polling hybrid */</a:t>
            </a:r>
            <a:br/>
            <a:r>
              <a:t>static int my_poll(struct napi_struct *napi, int budget)</a:t>
            </a:r>
            <a:br/>
            <a:r>
              <a:t>{</a:t>
            </a:r>
            <a:br/>
            <a:r>
              <a:t>    int work_done = 0;</a:t>
            </a:r>
            <a:br/>
            <a:br/>
            <a:r>
              <a:t>    while (work_done &lt; budget) {</a:t>
            </a:r>
            <a:br/>
            <a:r>
              <a:t>        if (!process_packet())</a:t>
            </a:r>
            <a:br/>
            <a:r>
              <a:t>            break;</a:t>
            </a:r>
            <a:br/>
            <a:r>
              <a:t>        work_done++;</a:t>
            </a:r>
            <a:br/>
            <a:r>
              <a:t>    }</a:t>
            </a:r>
            <a:br/>
            <a:br/>
            <a:r>
              <a:t>    if (work_done &lt; budget) {</a:t>
            </a:r>
            <a:br/>
            <a:r>
              <a:t>        /* No more packets, re-enable interrupt */</a:t>
            </a:r>
            <a:br/>
            <a:r>
              <a:t>        napi_complete_done(napi, work_done);</a:t>
            </a:r>
            <a:br/>
            <a:r>
              <a:t>        enable_irq(priv-&gt;irq);</a:t>
            </a:r>
            <a:br/>
            <a:r>
              <a:t>    }</a:t>
            </a:r>
            <a:br/>
            <a:br/>
            <a:r>
              <a:t>    return work_done;</a:t>
            </a:r>
            <a:br/>
            <a:r>
              <a:t>}</a:t>
            </a:r>
            <a:br/>
            <a:br/>
            <a:r>
              <a:t>/* Interrupt handler: disable IRQ, schedule poll */</a:t>
            </a:r>
            <a:br/>
            <a:r>
              <a:t>static irqreturn_t my_irq_handler(int irq, void *dev_id)</a:t>
            </a:r>
            <a:br/>
            <a:r>
              <a:t>{</a:t>
            </a:r>
            <a:br/>
            <a:r>
              <a:t>    struct my_priv *priv = dev_id;</a:t>
            </a:r>
            <a:br/>
            <a:r>
              <a:t>    disable_irq_nosync(irq);  /* Disable interrupt */</a:t>
            </a:r>
            <a:br/>
            <a:r>
              <a:t>    napi_schedule(&amp;priv-&gt;napi); /* Schedule poll */</a:t>
            </a:r>
            <a:br/>
            <a:r>
              <a:t>    return IRQ_HANDLED;</a:t>
            </a:r>
            <a:br/>
            <a:r>
              <a:t>}</a:t>
            </a:r>
            <a:br/>
            <a:br/>
            <a:r>
              <a:t>/* Why NAPI?</a:t>
            </a:r>
            <a:br/>
            <a:r>
              <a:t>   • High packet rates: interrupt per packet = too many IRQs</a:t>
            </a:r>
            <a:br/>
            <a:r>
              <a:t>   • Solution: one IRQ, then poll for many packets</a:t>
            </a:r>
            <a:br/>
            <a:r>
              <a:t>   • Reduces interrupt overhead by 10-100x</a:t>
            </a:r>
            <a:br/>
            <a:r>
              <a:t>   • Used by all high-performance NIC drivers */</a:t>
            </a:r>
            <a:b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Performance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Interrupt-driven I/O: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91440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IRQ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457200" cy="3657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4447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ISR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371600"/>
            <a:ext cx="1371600" cy="3657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4447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BH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447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idle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71600"/>
            <a:ext cx="91440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4447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IRQ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371600"/>
            <a:ext cx="457200" cy="3657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4447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ISR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1371600" cy="3657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4447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BH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011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Polling (continuous):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73152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505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2377440"/>
            <a:ext cx="73152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4505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2377440"/>
            <a:ext cx="2743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0" y="2377440"/>
            <a:ext cx="73152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24505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377440"/>
            <a:ext cx="73152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24505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377440"/>
            <a:ext cx="73152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245059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377440"/>
            <a:ext cx="27432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NAPI (hybrid):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383280"/>
            <a:ext cx="45720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4564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IRQ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3383280"/>
            <a:ext cx="1828800" cy="3657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34564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poll(x6)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3383280"/>
            <a:ext cx="1828800" cy="365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345643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52334"/>
                </a:solidFill>
                <a:latin typeface="Arial"/>
              </a:defRPr>
            </a:pPr>
            <a:r>
              <a:t>idle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383280"/>
            <a:ext cx="457200" cy="3657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345643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IRQ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3383280"/>
            <a:ext cx="1371600" cy="3657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345643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poll(x4)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023360"/>
            <a:ext cx="11277295" cy="73152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43484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Interrupts: best for low-frequency events. Polling: wastes CPU. NAPI: best of both for high-frequency (NIC).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Sleeping in interrupt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Called mutex_lock() or kmalloc(GFP_KERNEL) in ISR</a:t>
            </a:r>
            <a:br/>
            <a:r>
              <a:t>→ Use spinlock, GFP_ATOMIC, or move to workqueue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Not freeing IRQ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Forgot free_irq() in remove() or error path</a:t>
            </a:r>
            <a:br/>
            <a:r>
              <a:t>→ IRQ handler called after module unload → crash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Wrong IRQ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Missing IRQF_SHARED on shared line → registration fails</a:t>
            </a:r>
            <a:br/>
            <a:r>
              <a:t>→ Missing IRQF_ONESHOT → interrupt storms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Not acking interrupt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Forgot to write to status register</a:t>
            </a:r>
            <a:br/>
            <a:r>
              <a:t>→ Interrupt fires repeatedly → system lockup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DT overlay not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Overlay left applied after driver unload</a:t>
            </a:r>
            <a:br/>
            <a:r>
              <a:t>→ Resources leaked, conflicts on reload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/proc = process info + kernel tuning, /sys = device model + driver binding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" cy="45720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Device Tree describes hardware; overlays allow runtime modification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" cy="4572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Interrupt handlers run in interrupt context -- no sleeping 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365760" cy="4572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Bottom half mechanisms: softirq (fastest), tasklet (serialized), workqueue (can sleep), threaded IRQ (simplest)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NAPI combines interrupts + polling for high-performance NIC drivers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References &amp;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0058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277295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Kernel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kernel.org/doc/html/latest/driver-api/index.html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kernel.org/doc/html/latest/core-api/index.html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77295" cy="100584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11277295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Device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devicetree.org (specification)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elinux.org/Device_Tree_Reference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1277295" cy="10058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77295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Interrupts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Linux Device Drivers, Ch. 10 (free online)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kernel.org/doc/html/latest/core-api/irq/index.html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