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jolcT9xwT2k9yxRyTeHd0NjdBx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f0f933b3b_0_226:notes"/>
          <p:cNvSpPr/>
          <p:nvPr>
            <p:ph idx="2" type="sldImg"/>
          </p:nvPr>
        </p:nvSpPr>
        <p:spPr>
          <a:xfrm>
            <a:off x="1143311"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ef0f933b3b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I'm [name], and I'll be guiding you through this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we dive into the syllabus, let me tell you the single idea that drives this entire course: by the end of 10 sessions, each of you will have built a complete embedded Linux system from scratch on a Raspberry Pi 4. Not a demo. Not a tutorial you follow along with. A real system — cross-compiled kernel, custom rootfs, bootloader configuration, and a running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a professional-paced course. You're working engineers, so I'm going to treat you like colleagues, not students. That means dense content, real tools, and hands-on labs starting from session 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We'll use the Raspberry Pi 4 as our hardware target because it's powerful enough to run mainline Linux well, affordable, and the BCM2711 SoC has excellent upstream support — which means what you learn here transfers to custom ARM boards you'll encounter in industry.</a:t>
            </a:r>
            <a:endParaRPr/>
          </a:p>
        </p:txBody>
      </p:sp>
      <p:sp>
        <p:nvSpPr>
          <p:cNvPr id="235" name="Google Shape;235;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destination. By the end of this course, you will have built every layer of an embedded Linux system for the Raspberry Pi 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be specific about what "from scratch" means. You will not download a pre-built SD card image and call it done. You will: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Build a cross-compiler toolchain that runs on your x86 laptop but produces ARM64 binaries.</a:t>
            </a:r>
            <a:endParaRPr/>
          </a:p>
          <a:p>
            <a:pPr indent="0" lvl="0" marL="0" rtl="0" algn="l">
              <a:spcBef>
                <a:spcPts val="0"/>
              </a:spcBef>
              <a:spcAft>
                <a:spcPts val="0"/>
              </a:spcAft>
              <a:buNone/>
            </a:pPr>
            <a:r>
              <a:rPr lang="en-US"/>
              <a:t>2. Configure and compile the Linux kernel, understanding what goes into .config.</a:t>
            </a:r>
            <a:endParaRPr/>
          </a:p>
          <a:p>
            <a:pPr indent="0" lvl="0" marL="0" rtl="0" algn="l">
              <a:spcBef>
                <a:spcPts val="0"/>
              </a:spcBef>
              <a:spcAft>
                <a:spcPts val="0"/>
              </a:spcAft>
              <a:buNone/>
            </a:pPr>
            <a:r>
              <a:rPr lang="en-US"/>
              <a:t>3. Build a minimal root filesystem — deciding what goes in, what stays out.</a:t>
            </a:r>
            <a:endParaRPr/>
          </a:p>
          <a:p>
            <a:pPr indent="0" lvl="0" marL="0" rtl="0" algn="l">
              <a:spcBef>
                <a:spcPts val="0"/>
              </a:spcBef>
              <a:spcAft>
                <a:spcPts val="0"/>
              </a:spcAft>
              <a:buNone/>
            </a:pPr>
            <a:r>
              <a:rPr lang="en-US"/>
              <a:t>4. Configure U-Boot to load your kernel from the SD card.</a:t>
            </a:r>
            <a:endParaRPr/>
          </a:p>
          <a:p>
            <a:pPr indent="0" lvl="0" marL="0" rtl="0" algn="l">
              <a:spcBef>
                <a:spcPts val="0"/>
              </a:spcBef>
              <a:spcAft>
                <a:spcPts val="0"/>
              </a:spcAft>
              <a:buNone/>
            </a:pPr>
            <a:r>
              <a:rPr lang="en-US"/>
              <a:t>5. Write a C application, cross-compile it, and run it on the RPi4.</a:t>
            </a:r>
            <a:endParaRPr/>
          </a:p>
          <a:p>
            <a:pPr indent="0" lvl="0" marL="0" rtl="0" algn="l">
              <a:spcBef>
                <a:spcPts val="0"/>
              </a:spcBef>
              <a:spcAft>
                <a:spcPts val="0"/>
              </a:spcAft>
              <a:buNone/>
            </a:pPr>
            <a:r>
              <a:rPr lang="en-US"/>
              <a:t>6. Debug it remotely using GDB over a serial connection.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workflow professional embedded Linux engineers use every day. The RPi4 is our vehicle, but the skills transfer directly to custom boards — NXP i.MX, TI Sitara, Microchip SAMA5 — that you'll encounter in industry.</a:t>
            </a:r>
            <a:endParaRPr/>
          </a:p>
        </p:txBody>
      </p:sp>
      <p:sp>
        <p:nvSpPr>
          <p:cNvPr id="242" name="Google Shape;24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break down each of these four pillars, because this is what separates embedded Linux from "I installed Ubuntu on a Pi."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Cross-compile the kernel: You'll run make on your x86 workstation, but the output is an ARM64 kernel image. Understanding the toolchain — the cross-compiler, linker, and sysroot — is Session 2's topic.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Build the root filesystem: A rootfs is not just "some files." It's a deliberate selection of libraries, an init system, device nodes in /dev, and configuration files. You'll build one two ways: with Buildroot (automated) and by hand (to understand what's inside). That's Sessions 3 and 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Configure the bootloader: On ARM systems, U-Boot is the standard. You'll learn the boot sequence — ROM code loads SPL, SPL loads U-Boot, U-Boot loads the kernel — and how to configure boot arguments. Session 2 covers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Write and deploy an application: This is where it all comes together. You'll write a C program, cross-compile it, get it onto the target (via NFS or SD card), and run it. Then you'll debug it with GDB connected over serial. Sessions 5-9 build toward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insight: each layer depends on the one below it. That's why we build bottom-up.</a:t>
            </a:r>
            <a:endParaRPr/>
          </a:p>
        </p:txBody>
      </p:sp>
      <p:sp>
        <p:nvSpPr>
          <p:cNvPr id="251" name="Google Shape;25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10-session arc. Notice the structure: we start with the big picture today, then go deep on each layer of the stack, and finish with realtime — which is where many of you will apply these skills.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Sessions 2-4 are the build phase: toolchain, bootloader, kernel, rootfs. This is the "plumbing" — not glamorous, but absolutely essential. If you don't understand how your kernel got built and how it boots, you'll be lost when things go wrong in the field.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Sessions 5-6 go inside the kernel: how it's organized, how device trees describe hardware, how interrupts work. This is where bare-metal engineers often have "aha" moments — you'll see how the kernel abstracts the hardware you already understand.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Sessions 7-8 are application-level: processes, threads, IPC, and embedded Python. This is where you write the code that actually does the thing your product needs to 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9 is debug and profiling: GDB, strace, perf, ftrace. In industry, you spend more time debugging than writing new code. This session teaches you the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10 is realtime: PREEMPT_RT, scheduling latency, cyclictest. This is critical for control systems, robotics, and industrial applications.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Today, we start at the top — understanding the destination — and then we'll begin the build.</a:t>
            </a:r>
            <a:endParaRPr/>
          </a:p>
        </p:txBody>
      </p:sp>
      <p:sp>
        <p:nvSpPr>
          <p:cNvPr id="260" name="Google Shape;26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run through the hardware list. You need a Raspberry Pi 4 — the 2GB model is fine, though 4GB gives you more headroom. The microSD card should be at least 16GB, Class 10 or better.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serial cable is critical. You'll use a USB-to-TTL serial adapter — 3.3V logic level, not RS-232. The FTDI FT232R or CP2102 based cables work well. You'll connect it to the RPi4's GPIO UART pins (GPIO 14/15, pins 8/10 on the header). This serial console is how you'll see boot messages and interact with U-Boot before Linux even starts networking.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prerequisites: you need to be comfortable in C. We'll write C programs and read kernel code. You don't need to be a kernel hacker — I'll teach you what you need. Bare-metal experience is helpful because you'll already understand registers, memory-mapped I/O, and the boot process at a conceptual level. But if you come from a pure software background, you'll be fine — we cover the hardware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should have completed the AI for Programmers session, because we're going to use AI coding assistants as a core tool in this course starting today.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your workstation, I recommend Ubuntu 22.04 or newer. Any Linux distro works, but the lab instructions will assume Ubuntu/Debian package names. macOS with Homebrew is possible but you may hit edge cases with USB device permissions.</a:t>
            </a:r>
            <a:endParaRPr/>
          </a:p>
        </p:txBody>
      </p:sp>
      <p:sp>
        <p:nvSpPr>
          <p:cNvPr id="269" name="Google Shape;26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 makes embedded Linux different from the Linux you run on a server or desktop?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resources. Your RPi4 has 2-8GB of RAM and a microSD card for storage. That sounds like a lot compared to a microcontroller, but it's tiny compared to a server. You need to think about what goes into your rootfs, what kernel features you enable, and how much RAM your application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cross-development. The RPi4 can technically compile software natively, but it's slow and impractical. In production embedded systems, the target often doesn't have enough resources to build anything. So you build on a powerful x86 host and transfer binaries to the ARM target. This host-target split is fundamental to embedded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the boot process. On a PC, BIOS or UEFI handles hardware initialization and finds a bootloader. On ARM embedded systems, there's no standard firmware interface. The ROM code on the SoC loads a secondary program loader, which loads U-Boot, which loads the kernel. You configure every step. This is more work, but it means you have complete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Fourth, no GUI. Your embedded system will talk to you over a serial cable at 115200 baud. If you need a display, you add it deliberately. The serial console is your primary debug and management interface throughout this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Fifth, hardware description. On ARM, we use device trees — data structures that tell the kernel what hardware is present. On x86, ACPI does this. You'll write and modify device trees in Session 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updates. In embedded systems, you can't just run apt upgrade. You need a strategy for updating firmware, kernel, and application in the field — safely, with rollback capability. We cover this in Session 4.</a:t>
            </a:r>
            <a:endParaRPr/>
          </a:p>
        </p:txBody>
      </p:sp>
      <p:sp>
        <p:nvSpPr>
          <p:cNvPr id="278" name="Google Shape;27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diagram is the mental model for the entire course. Every embedded Linux system has these five layers, and each one is a course topic.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bottom: hardware. The Raspberry Pi 4 uses the Broadcom BCM2711 SoC with four Cortex-A72 cores running at 1.5GHz. It has RAM, USB, Ethernet, GPIO, UART, SPI, I2C — all the interfaces you'd expect. You don't need to be a hardware designer, but you need to understand what the SoC provides.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2: the bootloader. U-Boot — "Universal Boot Loader" — is the standard for ARM embedded Linux. It initializes DRAM, sets up the memory controller, loads the kernel from storage into RAM, and jumps to it. U-Boot also provides a command-line interface over serial, which is invaluable for debugging boot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3: the Linux kernel. This is the heart of the system — process scheduling, memory management, device drivers, filesystems, networking. We'll configure and build a custom kernel, and you'll understand what each major subsystem does.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4: the root filesystem. This is the userspace — the init system, shared libraries, configuration files, and utilities your application needs. We'll build minimal rootfs images and understand exactly what's in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5: your application. This is the code that makes your product do its thing. We'll write, cross-compile, deploy, and debug a real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we build this stack bottom-up in the course. You can't run an application if your kernel doesn't boot. You can't boot a kernel if your bootloader isn't configured. Each session builds on the last.</a:t>
            </a:r>
            <a:endParaRPr/>
          </a:p>
        </p:txBody>
      </p:sp>
      <p:sp>
        <p:nvSpPr>
          <p:cNvPr id="287" name="Google Shape;28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Linux and not FreeRTOS, Zephyr, or a bare-metal approach? And why Linux and not a proprietary RTOS?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open source. You have access to the full source code of the kernel, bootloader, toolchain, and most userspace components. When something breaks — and it will — you can read the source. You're not dependent on a vendor's support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hardware support. The mainline Linux kernel supports the RPi4's BCM2711 SoC, including USB, Ethernet, GPIO, SPI, I2C, and the VideoCore GPU. This level of support took years of community effort. On a custom board, you'd write a device tree to describe your hardware, and all those drivers just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the toolchain. GCC, GDB, and binutils are production-quality tools that have been used in embedded development for decades. The Arm GNU Toolchain (formerly ARM GNU Toolchain) provides a maintained aarch64 cross-compiler.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Fourth, community. The Linux kernel documentation at kernel.org/doc is excellent. Bootlin's free training materials at bootlin.com/doc/training cover embedded Linux comprehensively. LWN.net provides deep technical articles on kernel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the licensing point is important for industry. Linux is GPL v2. If you distribute a product with a modified kernel, you must make your kernel modifications available. This doesn't apply to your application — the kernel's syscall interface is considered a system library exception. But if you modify kernel drivers, those changes must be shared. Userspace libraries vary: glibc is LGPL (you can link dynamically without sharing your code), while many embedded libraries use BSD or MIT licenses. Always check the license of every component in your product.</a:t>
            </a:r>
            <a:endParaRPr/>
          </a:p>
        </p:txBody>
      </p:sp>
      <p:sp>
        <p:nvSpPr>
          <p:cNvPr id="296" name="Google Shape;296;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something that surprises people: the same RPi4 hardware can become radically different systems depending on your software choices.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Want a minimal real-time controller? You'd use a PREEMPT_RT patched kernel, a tiny BusyBox rootfs, and a single application that talks to GPIO. Boot time under one second. Deterministic response to interrupts.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Want a network gateway? Full networking stack, iptables, a web configuration interface, maybe Docker containers. Boot time doesn't matter much. Throughput matters.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Want an AI edge device? You'd add TensorFlow Lite, a camera driver, and use the VideoCore GPU for inference. The kernel needs GPU drivers and DMA support. Your rootfs needs Python and ML libraries.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Want a desktop? Install a full Debian userspace with X11 or Wayland, a web browser, office tools. The RPi4 can actually do this — it's what Raspberry Pi Desktop does.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point is: embedded Linux is not one thing. It's a design space. The hardware is fixed, but your choices of kernel configuration, rootfs contents, init system, and application architecture determine what the system becomes.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course teaches you to make those choices deliberately. Every decision — which kernel features to enable, which libraries to include, which init system to use — has tradeoffs in boot time, memory usage, security, and maintainability.</a:t>
            </a:r>
            <a:endParaRPr/>
          </a:p>
        </p:txBody>
      </p:sp>
      <p:sp>
        <p:nvSpPr>
          <p:cNvPr id="305" name="Google Shape;30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Cross-development is the defining workflow of embedded Linux. Let me make this concrete.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Your workstation is an x86_64 machine — probably an Intel or AMD processor. It has 16+ GB of RAM, a fast SSD, and a powerful compiler. The RPi4 is an aarch64 machine — ARMv8-A architecture. These are completely different instruction sets. A binary compiled for x86 will not run on ARM, and vice versa.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solution is a cross-compiler: a compiler that runs on x86 but produces ARM64 binaries. The standard toolchain uses the target triplet aarch64-none-linux-gnu. The 'none' means no vendor, 'linux' means Linux target, 'gnu' means GNU libc (glibc). So the cross-compiler binary is named aarch64-none-linux-gnu-gcc.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toolchain is part of the Arm GNU Toolchain, available as a pre-built download from developer.arm.com. You'll install it in Session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workflow is: write code on the host, compile with the cross-compiler, transfer the binary to the target (via NFS, SCP, or SD card), run it on the target, observe the result, debug, repeat.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recommend the Bootlin embedded Linux training materials as a reference throughout this course. Bootlin is a professional embedded Linux consulting company, and they publish their training slides and lab materials under a Creative Commons license. The URL is bootlin.com/doc/training/embedded-linux. These materials are excellent and align well with this course's content.</a:t>
            </a:r>
            <a:endParaRPr/>
          </a:p>
        </p:txBody>
      </p:sp>
      <p:sp>
        <p:nvSpPr>
          <p:cNvPr id="314" name="Google Shape;31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walk through the development workflow you'll use in this course, because it's different from normal software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1: Edit. You write C code on your host machine using whatever editor you prefer. The source files live on your workstation.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2: Cross-compile. You run aarch64-none-linux-gnu-gcc to compile your source into an ARM64 binary. If you forget the cross-compiler and use the system gcc instead, you'll get an x86 binary that won't run on the target. This is the single most common mistake in embedded development — I guarantee at least half of you will do it at least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3: Transfer. You get the binary onto the target. Early in the course, you'll copy it to the SD card. Later, you'll use NFS — Network File System — where the target mounts its root filesystem over the network from your host. This is a game-changer for development speed: you edit and compile on the host, and the target sees the new binary instantly. No more flashing SD cards.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4: Test. You run the binary on the target and observe what it does. Usually via the serial console.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5: Debug. When it doesn't work — and it won't, the first time — you use GDB. The GDB debugger runs on your host, and gdbserver runs on the target. They communicate over a TCP or serial connection. You can set breakpoints, inspect variables, and step through code — all while the program runs on the ARM target.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serial cable you bought isn't just for boot messages. It's your primary debug interface throughout the entire course. Get comfortable with it early.</a:t>
            </a:r>
            <a:endParaRPr/>
          </a:p>
        </p:txBody>
      </p:sp>
      <p:sp>
        <p:nvSpPr>
          <p:cNvPr id="323" name="Google Shape;323;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course integrates AI as a development tool, not as a gimmick. You completed the AI for Programmers session, so you know how to use AI coding assistants. Here's how we'll use them in this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1 is AI as your build assistant, starting today. When your cross-compilation fails with a cryptic error, paste it into your AI assistant and ask for help. When you need to write a Kconfig snippet or a device tree node, ask the AI to generate a first draft. The AI is fast at boilerplate and pattern-matching — let it do that work while you focus on understanding the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2 is AI for code analysis. In Session 2, you'll use AI to explain the output of readelf and objdump — tools that show you the internals of your compiled binaries. The AI can help you understand why your cross-compiled binary has the sections it does, what the architecture flags mean, and how the dynamic linker resolves symbols.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Layer 3 is AI for system design. In the later sessions, when you're making design decisions — should I use Buildroot or Yocto? Should I use systemd or BusyBox init? — you can use AI to evaluate tradeoffs. But always verify. AI is a knowledgeable colleague who sometimes confidently gives wrong answers. You're the engineer; you make the final call.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AI persona prompt on Slide 21 will configure your assistant with the right context for this course. Use it.</a:t>
            </a:r>
            <a:endParaRPr/>
          </a:p>
        </p:txBody>
      </p:sp>
      <p:sp>
        <p:nvSpPr>
          <p:cNvPr id="332" name="Google Shape;332;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build pipeline visualized. Each session maps to a layer in the architecture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Right now, in Session 1, we're at the top — understanding the whole system. You'll boot the RPi4 with a stock Raspberry Pi OS image today, just to verify your hardware works. That's not "from scratch" — that's a smoke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2 is where the real work begins: you'll install the cross-compiler, build U-Boot from source, and understand the boot sequence at the register level.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3 introduces Yocto and Buildroot — automated build systems that can produce a complete Linux system image from metadata. Yocto is the industry standard for complex products; Buildroot is simpler and great for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4 covers storage and filesystems — how to lay out your SD card partitions, which filesystem to use for each partition (ext4, squashfs, ubifs), and how to design OTA updates that won't brick your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Sessions 5-6 go inside the kernel. You'll write a simple kernel module, understand how the init system starts userspace, write a device tree overlay, and handle interrupts.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Sessions 7-8 are application development — processes, threads, IPC, and embedded Python.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9 is the debug session — the one everyone wishes they'd had earlier.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10 is realtime — taking everything you've built and making it deterministic.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Notice the progression: hardware → firmware → kernel → userspace → application → debug → realtime. Each layer depends on the one below.</a:t>
            </a:r>
            <a:endParaRPr/>
          </a:p>
        </p:txBody>
      </p:sp>
      <p:sp>
        <p:nvSpPr>
          <p:cNvPr id="341" name="Google Shape;34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toolchain is the most fundamental tool in embedded development. Without it, you can't produce code that runs on your target.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Arm GNU Toolchain provides a complete cross-compilation environment. The target triplet aarch64-none-linux-gnu tells you everything: aarch64 is the ARM 64-bit architecture, none means no specific vendor, linux means the target OS is linux, gnu means we're using glibc as the C library.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toolchain includes the compiler (gcc), C++ compiler (g++), linker (ld), assembler (as), and debugger (gdb). All of these run on your x86 host but produce or debug ARM64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download pre-built binaries from developer.arm.com — they provide versions for x86_64 Linux, macOS, and Windows. In Session 2, you'll install the Linux version, add it to your PATH, and verify it works by compiling a simple Hello World.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command will look like: aarch64-none-linux-gnu-gcc -o hello hello.c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you'll use the file command to inspect the output: file hello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should see "ELF 64-bit LSB executable, ARM aarch64" — confirming you produced an ARM binary on your x86 machine. That moment — seeing that output — is when cross-development becomes real.</a:t>
            </a:r>
            <a:endParaRPr/>
          </a:p>
        </p:txBody>
      </p:sp>
      <p:sp>
        <p:nvSpPr>
          <p:cNvPr id="350" name="Google Shape;35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bootloader is the first software you control in the boot chain. On the RPi4, the boot sequence is a bit unusual because of the GPU.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BCM2711 SoC boots from the GPU, not the ARM core. The ROM code on the SoC loads bootcode.bin from the SD card into the GPU's L2 cache. The GPU then loads start4.elf, which reads config.txt and decides what to load next.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By default, the RPi4 loads the Linux kernel directly — there's no U-Boot in the stock boot path. In this course, we'll insert U-Boot into the chain because understanding the bootloader is essential for embedded Linux work. On most non-Pi ARM boards, U-Boot is the standard first-stage bootloader.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U-Boot gives you a command-line interface over the serial console. You can interrupt the automatic boot by pressing a key, and then you get a prompt. From there, you can print environment variables, load a kernel from different locations, modify boot arguments, and 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most important U-Boot variable is bootargs — the kernel command line. This tells the kernel where its root filesystem is, what console to use, and other boot parameters. For example: console=ttyS0,115200 root=/dev/mmcblk0p2 rootwait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Session 2, you'll build U-Boot from source, configure it for the RPi4, and boot it from the SD card. You'll see the U-Boot prompt on your serial console — that's a milestone moment.</a:t>
            </a:r>
            <a:endParaRPr/>
          </a:p>
        </p:txBody>
      </p:sp>
      <p:sp>
        <p:nvSpPr>
          <p:cNvPr id="359" name="Google Shape;359;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root filesystem is the userspace environment your kernel boots into. When the kernel finishes booting, it mounts the rootfs and runs /sbin/init — the first userspace process. Everything else flows from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minimal rootfs needs surprisingly little. You need an init process, the C library (libc) and math library (libm) that your application links against, device nodes in /dev so programs can access hardware, and basic configuration in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/proc and /sys directories aren't on the SD card — they're virtual filesystems that the kernel mounts at boot, providing a window into kernel state. You'll use them throughout the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the init system, you have two main choices in embedded. systemd is what most Linux distributions use — it's full-featured, handles service dependencies, socket activation, and more. But it's large and complex. BusyBox with runit is minimal — a few hundred KB, fast boot, simple service management. For many embedded systems, BusyBox is the right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You'll build a root filesystem three ways in this course. First, by hand — copying files into a directory, creating device nodes with mknob, and understanding what each file does. Second, with Buildroot — a tool that automates the process with a menuconfig interface similar to the kernel's. Third, with Yocto — the industry-standard build system that uses BitBake recipes and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Each approach teaches you something different. The "by hand" approach teaches you what's actually in a rootfs. Buildroot teaches you automation. Yocto teaches you how professional embedded Linux products are built.</a:t>
            </a:r>
            <a:endParaRPr/>
          </a:p>
        </p:txBody>
      </p:sp>
      <p:sp>
        <p:nvSpPr>
          <p:cNvPr id="368" name="Google Shape;36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kernel configuration is one of the most powerful — and most overwhelming — aspects of embedded Linux. The .config file in the kernel source tree defines every feature the kernel will include.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are thousands of options. Do you need Bluetooth? WiFi? USB gadget support? A specific filesystem? Each one is a config option. For an embedded system, you typically disable most of them — you only compile what your hardware and application need. This reduces kernel size, boot time, and attack surface.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most common way to configure the kernel is make menuconfig, which gives you a text-based menu interface in the terminal. It's navigated with arrow keys, Enter, and Space. Options have three states: Y (built-in), M (module), or N (excluded).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the RPi4, you'd start with make bcm2711_defconfig, which sets reasonable defaults for the BCM2711 SoC. Then you customize from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Built-in (=y) means the code is compiled directly into the kernel image (zImage or Image). It's always present in memory. Use this for essential drivers — the SD card controller, the UART for your serial console, the filesystem driver for your rootfs.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Module (=m) means the code is compiled separately and can be loaded and unloaded at runtime. Use this for things you don't need at boot — USB drivers for devices you might plug in, optional filesystems, experimental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 compiled (=n) means the code isn't built at all. This is what you do for features your system will never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Session 3, you'll configure and build a custom kernel. It takes about 15-20 minutes on a modern workstation. The result is a kernel image tailored to your RPi4.</a:t>
            </a:r>
            <a:endParaRPr/>
          </a:p>
        </p:txBody>
      </p:sp>
      <p:sp>
        <p:nvSpPr>
          <p:cNvPr id="377" name="Google Shape;37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want to give you a preview of the debug tools you'll use, because they're what separate professional embedded developers from hobbyists.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Remote GDB is the most important debug tool. You run the full GDB debugger on your host machine, and a small server program (gdbserver) on the target. GDB connects to gdbserver over a serial or network connection. You can set breakpoints, examine memory, inspect registers, and step through your program — all while it runs on the ARM target. In Session 9, you'll use this extensively.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serial cable you bought is your lifeline. It's how you see U-Boot output, kernel boot messages, and the shell prompt. The settings are 115200 baud, 8 data bits, no parity, 1 stop bit — abbreviated 8N1. On Linux, you'll use screen or minicom: screen /dev/ttyUSB0 115200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a fun first debug exercise: blink an LED. Wire an LED (with a current-limiting resistor) to a GPIO pin on the RPi4 header. Write a C program that toggles the GPIO. Cross-compile it, transfer it to the target, and run it. If the LED blinks, it proves your entire toolchain works — compiler, linker, transfer mechanism, and deployment. If it doesn't blink, you debug. Either way, you learn.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 9 covers the full debug toolkit: GDB for source-level debugging, strace for tracing system calls, perf for performance profiling, and ftrace for kernel-level tracing. These are the tools you'll use in your professional work.</a:t>
            </a:r>
            <a:endParaRPr/>
          </a:p>
        </p:txBody>
      </p:sp>
      <p:sp>
        <p:nvSpPr>
          <p:cNvPr id="386" name="Google Shape;38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Alright, let's get hands on. This is your first lab — flash an SD card and boot the RPi4. This uses a stock Raspberry Pi OS image, not our custom build. We're just verifying your hardware works before we start building from scratch.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1: Download Raspberry Pi Imager. It's available from rpi.io/downloads, or you can install it with apt install rpi-imager on Ubuntu.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2: Insert your microSD card, launch the imager, and select Raspberry Pi OS Lite (64-bit). We want the Lite version — no desktop environment, just a command line. This keeps things fast and minimal. Click Write and wait for it to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3: Insert the SD card into the RPi4. Connect your USB-to-serial cable to the GPIO header — ground to pin 6, TX to pin 10 (GPIO 15), RX to pin 8 (GPIO 14). Then power on the RPi4.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Step 4: Open your serial console. On Linux: screen /dev/ttyUSB0 115200. You should see boot messages scrolling by, and eventually get a login prompt. The default username is pi, password is raspberry.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Once logged in, run uname -a. You should see aarch64 in the output — confirming you're running a 64-bit ARM kernel. Then run cat /proc/cpuinfo and look for Cortex-A72 — that's the RPi4's CPU.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you see all that, your hardware is working. Take a moment to celebrate — you just booted Linux on ARM and talked to it over a serial cable. That's the foundation everything else builds on.</a:t>
            </a:r>
            <a:endParaRPr/>
          </a:p>
        </p:txBody>
      </p:sp>
      <p:sp>
        <p:nvSpPr>
          <p:cNvPr id="395" name="Google Shape;395;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let's see cross-compilation in action. This is a preview of Session 2's lab — we won't complete it today, but I want you to see what's coming.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Write a simple Hello World in C. Nothing fancy — just printf "Hello from ARM64!" and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compile it with your system's gcc. Run file on the output and you'll see x86-64 — that's your workstation's architecture. This binary will NOT run on the RPi4.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compile it with the cross-compiler: aarch64-none-linux-gnu-gcc. Run file on this output and you'll see ARM aarch64. This binary WILL run on the RPi4.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file command is your best friend in embedded development. It tells you the architecture, endianness, linking type (static or dynamic), and other properties of a binary. Get in the habit of running it on everything you compile.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Session 2, you'll install the cross-compiler, compile this program, transfer it to the RPi4 (via SCP or SD card), and run it. When you see "Hello from ARM64!" on your serial console, you'll know your cross-development pipeline 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insight: the source code is identical. Only the compiler changes. That's the power of cross-compilation — you write code once and compile it for any architecture, as long as you have the right toolchain.</a:t>
            </a:r>
            <a:endParaRPr/>
          </a:p>
        </p:txBody>
      </p:sp>
      <p:sp>
        <p:nvSpPr>
          <p:cNvPr id="404" name="Google Shape;40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AI persona prompt I mentioned earlier. Copy this into your AI coding assistant — Claude Code, Codex, Copilot, whatever you're using. This gives the AI the right context for this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prompt tells the AI that you're working on a Raspberry Pi 4 with the BCM2711 SoC and Cortex-A72 cores, targeting aarch64. It tells the AI to be precise about architecture differences and toolchain details. And critically, it tells the AI to check for host-target confusion — the most common mistake in embedded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a lab exercise to try right now: take the two binaries you compiled in the previous slide (hello_x86 and hello_arm). Run readelf -h on both binaries. readelf -h shows the ELF header, which contains the architecture, entry point, and other metadata.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Paste the output into your AI assistant and ask it to explain the differences. A well-configured assistant should point out the Machine field (x86-64 vs AArch64), the difference in virtual addresses, and any ABI differences.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Layer 2 AI integration — using AI to analyze build output. It's incredibly useful when you're staring at a cryptic error message at 11pm the night before a lab is due.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Remember: the AI is a knowledgeable colleague, not an oracle. Always verify its suggestions against the actual hardware and documentation.</a:t>
            </a:r>
            <a:endParaRPr/>
          </a:p>
        </p:txBody>
      </p:sp>
      <p:sp>
        <p:nvSpPr>
          <p:cNvPr id="413" name="Google Shape;413;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recap what we covered today.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now know where we're going: a complete embedded Linux system on the RPi4, built from scratch over 10 sessions. You understand the architecture stack — hardware, bootloader, kernel, rootfs, application — and how each layer maps to a course session.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understand cross-development: build on x86, run on ARM. This is the fundamental workflow of embedded Linux, and everything in the course builds on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You've seen the 10-session roadmap and how each session maps to a layer in the build pipeline. Sessions 2-4 are the build phase, 5-6 go inside the kernel, 7-8 are application development, 9 is debug, and 10 is realtime.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You've set up your AI assistant with the embedded Linux persona. Use it throughout the course — for explaining errors, generating boilerplate, and analyzing build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you've completed your first lab: flashing an SD card and booting the RPi4. If you got to a shell prompt over serial, you're ready for Session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next session: complete the flash-and-boot lab if you haven't already. Install the Arm GNU Toolchain on your workstation — the download link is on developer.arm.com. And bring your RPi4, serial cable, and SD card to class. Session 2 is where the real build begins.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See you next time.</a:t>
            </a:r>
            <a:endParaRPr/>
          </a:p>
        </p:txBody>
      </p:sp>
      <p:sp>
        <p:nvSpPr>
          <p:cNvPr id="422" name="Google Shape;422;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ent Title Intro Page 1">
  <p:cSld name="CUSTOM_1_1">
    <p:spTree>
      <p:nvGrpSpPr>
        <p:cNvPr id="11" name="Shape 11"/>
        <p:cNvGrpSpPr/>
        <p:nvPr/>
      </p:nvGrpSpPr>
      <p:grpSpPr>
        <a:xfrm>
          <a:off x="0" y="0"/>
          <a:ext cx="0" cy="0"/>
          <a:chOff x="0" y="0"/>
          <a:chExt cx="0" cy="0"/>
        </a:xfrm>
      </p:grpSpPr>
      <p:sp>
        <p:nvSpPr>
          <p:cNvPr id="12" name="Google Shape;12;g3ef0f933b3b_0_240"/>
          <p:cNvSpPr/>
          <p:nvPr/>
        </p:nvSpPr>
        <p:spPr>
          <a:xfrm>
            <a:off x="0" y="5029200"/>
            <a:ext cx="9144000" cy="1828800"/>
          </a:xfrm>
          <a:prstGeom prst="rect">
            <a:avLst/>
          </a:prstGeom>
          <a:solidFill>
            <a:srgbClr val="F7D117"/>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 name="Google Shape;13;g3ef0f933b3b_0_240"/>
          <p:cNvSpPr/>
          <p:nvPr/>
        </p:nvSpPr>
        <p:spPr>
          <a:xfrm>
            <a:off x="0" y="0"/>
            <a:ext cx="9144000" cy="5029200"/>
          </a:xfrm>
          <a:prstGeom prst="rect">
            <a:avLst/>
          </a:prstGeom>
          <a:solidFill>
            <a:schemeClr val="accent3"/>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4" name="Google Shape;14;g3ef0f933b3b_0_240"/>
          <p:cNvSpPr txBox="1"/>
          <p:nvPr>
            <p:ph type="title"/>
          </p:nvPr>
        </p:nvSpPr>
        <p:spPr>
          <a:xfrm>
            <a:off x="509900" y="593367"/>
            <a:ext cx="654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solidFill>
                  <a:schemeClr val="lt1"/>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 name="Google Shape;15;g3ef0f933b3b_0_240"/>
          <p:cNvSpPr txBox="1"/>
          <p:nvPr>
            <p:ph idx="1" type="body"/>
          </p:nvPr>
        </p:nvSpPr>
        <p:spPr>
          <a:xfrm>
            <a:off x="509900" y="2047100"/>
            <a:ext cx="6179100" cy="3480300"/>
          </a:xfrm>
          <a:prstGeom prst="rect">
            <a:avLst/>
          </a:prstGeom>
          <a:noFill/>
          <a:ln>
            <a:noFill/>
          </a:ln>
        </p:spPr>
        <p:txBody>
          <a:bodyPr anchorCtr="0" anchor="t" bIns="121875" lIns="121875" spcFirstLastPara="1" rIns="121875" wrap="square" tIns="121875">
            <a:noAutofit/>
          </a:bodyPr>
          <a:lstStyle>
            <a:lvl1pPr indent="-381000" lvl="0" marL="457200" algn="l">
              <a:lnSpc>
                <a:spcPct val="115000"/>
              </a:lnSpc>
              <a:spcBef>
                <a:spcPts val="0"/>
              </a:spcBef>
              <a:spcAft>
                <a:spcPts val="0"/>
              </a:spcAft>
              <a:buClr>
                <a:srgbClr val="FFFFFF"/>
              </a:buClr>
              <a:buSzPts val="2400"/>
              <a:buChar char="●"/>
              <a:defRPr>
                <a:solidFill>
                  <a:srgbClr val="FFFFFF"/>
                </a:solidFill>
              </a:defRPr>
            </a:lvl1pPr>
            <a:lvl2pPr indent="-349250" lvl="1" marL="914400" algn="l">
              <a:lnSpc>
                <a:spcPct val="115000"/>
              </a:lnSpc>
              <a:spcBef>
                <a:spcPts val="2100"/>
              </a:spcBef>
              <a:spcAft>
                <a:spcPts val="0"/>
              </a:spcAft>
              <a:buClr>
                <a:srgbClr val="FFFFFF"/>
              </a:buClr>
              <a:buSzPts val="1900"/>
              <a:buChar char="○"/>
              <a:defRPr>
                <a:solidFill>
                  <a:srgbClr val="FFFFFF"/>
                </a:solidFill>
              </a:defRPr>
            </a:lvl2pPr>
            <a:lvl3pPr indent="-349250" lvl="2" marL="1371600" algn="l">
              <a:lnSpc>
                <a:spcPct val="115000"/>
              </a:lnSpc>
              <a:spcBef>
                <a:spcPts val="2100"/>
              </a:spcBef>
              <a:spcAft>
                <a:spcPts val="0"/>
              </a:spcAft>
              <a:buClr>
                <a:srgbClr val="FFFFFF"/>
              </a:buClr>
              <a:buSzPts val="1900"/>
              <a:buChar char="■"/>
              <a:defRPr>
                <a:solidFill>
                  <a:srgbClr val="FFFFFF"/>
                </a:solidFill>
              </a:defRPr>
            </a:lvl3pPr>
            <a:lvl4pPr indent="-349250" lvl="3" marL="1828800" algn="l">
              <a:lnSpc>
                <a:spcPct val="115000"/>
              </a:lnSpc>
              <a:spcBef>
                <a:spcPts val="2100"/>
              </a:spcBef>
              <a:spcAft>
                <a:spcPts val="0"/>
              </a:spcAft>
              <a:buClr>
                <a:srgbClr val="FFFFFF"/>
              </a:buClr>
              <a:buSzPts val="1900"/>
              <a:buChar char="●"/>
              <a:defRPr>
                <a:solidFill>
                  <a:srgbClr val="FFFFFF"/>
                </a:solidFill>
              </a:defRPr>
            </a:lvl4pPr>
            <a:lvl5pPr indent="-349250" lvl="4" marL="2286000" algn="l">
              <a:lnSpc>
                <a:spcPct val="115000"/>
              </a:lnSpc>
              <a:spcBef>
                <a:spcPts val="2100"/>
              </a:spcBef>
              <a:spcAft>
                <a:spcPts val="0"/>
              </a:spcAft>
              <a:buClr>
                <a:srgbClr val="FFFFFF"/>
              </a:buClr>
              <a:buSzPts val="1900"/>
              <a:buChar char="○"/>
              <a:defRPr>
                <a:solidFill>
                  <a:srgbClr val="FFFFFF"/>
                </a:solidFill>
              </a:defRPr>
            </a:lvl5pPr>
            <a:lvl6pPr indent="-349250" lvl="5" marL="2743200" algn="l">
              <a:lnSpc>
                <a:spcPct val="115000"/>
              </a:lnSpc>
              <a:spcBef>
                <a:spcPts val="2100"/>
              </a:spcBef>
              <a:spcAft>
                <a:spcPts val="0"/>
              </a:spcAft>
              <a:buClr>
                <a:srgbClr val="FFFFFF"/>
              </a:buClr>
              <a:buSzPts val="1900"/>
              <a:buChar char="■"/>
              <a:defRPr>
                <a:solidFill>
                  <a:srgbClr val="FFFFFF"/>
                </a:solidFill>
              </a:defRPr>
            </a:lvl6pPr>
            <a:lvl7pPr indent="-349250" lvl="6" marL="3200400" algn="l">
              <a:lnSpc>
                <a:spcPct val="115000"/>
              </a:lnSpc>
              <a:spcBef>
                <a:spcPts val="2100"/>
              </a:spcBef>
              <a:spcAft>
                <a:spcPts val="0"/>
              </a:spcAft>
              <a:buClr>
                <a:srgbClr val="FFFFFF"/>
              </a:buClr>
              <a:buSzPts val="1900"/>
              <a:buChar char="●"/>
              <a:defRPr>
                <a:solidFill>
                  <a:srgbClr val="FFFFFF"/>
                </a:solidFill>
              </a:defRPr>
            </a:lvl7pPr>
            <a:lvl8pPr indent="-349250" lvl="7" marL="3657600" algn="l">
              <a:lnSpc>
                <a:spcPct val="115000"/>
              </a:lnSpc>
              <a:spcBef>
                <a:spcPts val="2100"/>
              </a:spcBef>
              <a:spcAft>
                <a:spcPts val="0"/>
              </a:spcAft>
              <a:buClr>
                <a:srgbClr val="FFFFFF"/>
              </a:buClr>
              <a:buSzPts val="1900"/>
              <a:buChar char="○"/>
              <a:defRPr>
                <a:solidFill>
                  <a:srgbClr val="FFFFFF"/>
                </a:solidFill>
              </a:defRPr>
            </a:lvl8pPr>
            <a:lvl9pPr indent="-349250" lvl="8" marL="4114800" algn="l">
              <a:lnSpc>
                <a:spcPct val="115000"/>
              </a:lnSpc>
              <a:spcBef>
                <a:spcPts val="2100"/>
              </a:spcBef>
              <a:spcAft>
                <a:spcPts val="2100"/>
              </a:spcAft>
              <a:buClr>
                <a:srgbClr val="FFFFFF"/>
              </a:buClr>
              <a:buSzPts val="1900"/>
              <a:buChar char="■"/>
              <a:defRPr>
                <a:solidFill>
                  <a:srgbClr val="FFFFFF"/>
                </a:solidFill>
              </a:defRPr>
            </a:lvl9pPr>
          </a:lstStyle>
          <a:p/>
        </p:txBody>
      </p:sp>
      <p:pic>
        <p:nvPicPr>
          <p:cNvPr id="16" name="Google Shape;16;g3ef0f933b3b_0_240"/>
          <p:cNvPicPr preferRelativeResize="0"/>
          <p:nvPr/>
        </p:nvPicPr>
        <p:blipFill rotWithShape="1">
          <a:blip r:embed="rId2">
            <a:alphaModFix/>
          </a:blip>
          <a:srcRect b="0" l="0" r="0" t="0"/>
          <a:stretch/>
        </p:blipFill>
        <p:spPr>
          <a:xfrm>
            <a:off x="509900" y="5325532"/>
            <a:ext cx="1318911" cy="342900"/>
          </a:xfrm>
          <a:prstGeom prst="rect">
            <a:avLst/>
          </a:prstGeom>
          <a:noFill/>
          <a:ln>
            <a:noFill/>
          </a:ln>
        </p:spPr>
      </p:pic>
    </p:spTree>
  </p:cSld>
  <p:clrMapOvr>
    <a:masterClrMapping/>
  </p:clrMapOvr>
  <p:extLst>
    <p:ext uri="{DCECCB84-F9BA-43D5-87BE-67443E8EF086}">
      <p15:sldGuideLst>
        <p15:guide id="1" pos="115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 Footer" type="secHead">
  <p:cSld name="SECTION_HEADER">
    <p:spTree>
      <p:nvGrpSpPr>
        <p:cNvPr id="17" name="Shape 17"/>
        <p:cNvGrpSpPr/>
        <p:nvPr/>
      </p:nvGrpSpPr>
      <p:grpSpPr>
        <a:xfrm>
          <a:off x="0" y="0"/>
          <a:ext cx="0" cy="0"/>
          <a:chOff x="0" y="0"/>
          <a:chExt cx="0" cy="0"/>
        </a:xfrm>
      </p:grpSpPr>
      <p:sp>
        <p:nvSpPr>
          <p:cNvPr id="18" name="Google Shape;18;g3ef0f933b3b_0_246"/>
          <p:cNvSpPr/>
          <p:nvPr/>
        </p:nvSpPr>
        <p:spPr>
          <a:xfrm>
            <a:off x="25" y="0"/>
            <a:ext cx="9144000" cy="64008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 name="Google Shape;19;g3ef0f933b3b_0_246"/>
          <p:cNvSpPr txBox="1"/>
          <p:nvPr>
            <p:ph type="title"/>
          </p:nvPr>
        </p:nvSpPr>
        <p:spPr>
          <a:xfrm>
            <a:off x="311700" y="2867800"/>
            <a:ext cx="8520600" cy="1122300"/>
          </a:xfrm>
          <a:prstGeom prst="rect">
            <a:avLst/>
          </a:prstGeom>
          <a:noFill/>
          <a:ln>
            <a:noFill/>
          </a:ln>
        </p:spPr>
        <p:txBody>
          <a:bodyPr anchorCtr="0" anchor="ctr" bIns="121875" lIns="121875" spcFirstLastPara="1" rIns="121875" wrap="square" tIns="12187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0" name="Google Shape;20;g3ef0f933b3b_0_246"/>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 name="Shape 21"/>
        <p:cNvGrpSpPr/>
        <p:nvPr/>
      </p:nvGrpSpPr>
      <p:grpSpPr>
        <a:xfrm>
          <a:off x="0" y="0"/>
          <a:ext cx="0" cy="0"/>
          <a:chOff x="0" y="0"/>
          <a:chExt cx="0" cy="0"/>
        </a:xfrm>
      </p:grpSpPr>
      <p:sp>
        <p:nvSpPr>
          <p:cNvPr id="22" name="Google Shape;22;g3ef0f933b3b_0_250"/>
          <p:cNvSpPr/>
          <p:nvPr/>
        </p:nvSpPr>
        <p:spPr>
          <a:xfrm>
            <a:off x="25" y="0"/>
            <a:ext cx="9144000" cy="1524000"/>
          </a:xfrm>
          <a:prstGeom prst="rect">
            <a:avLst/>
          </a:prstGeom>
          <a:solidFill>
            <a:schemeClr val="accent3"/>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 name="Google Shape;23;g3ef0f933b3b_0_250"/>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Clr>
                <a:srgbClr val="FFFFFF"/>
              </a:buClr>
              <a:buSzPts val="3700"/>
              <a:buNone/>
              <a:defRPr>
                <a:solidFill>
                  <a:srgbClr val="FFFFFF"/>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 name="Google Shape;24;g3ef0f933b3b_0_250"/>
          <p:cNvSpPr txBox="1"/>
          <p:nvPr>
            <p:ph idx="1" type="body"/>
          </p:nvPr>
        </p:nvSpPr>
        <p:spPr>
          <a:xfrm>
            <a:off x="311700" y="1536633"/>
            <a:ext cx="8520600" cy="4555200"/>
          </a:xfrm>
          <a:prstGeom prst="rect">
            <a:avLst/>
          </a:prstGeom>
          <a:noFill/>
          <a:ln>
            <a:noFill/>
          </a:ln>
        </p:spPr>
        <p:txBody>
          <a:bodyPr anchorCtr="0" anchor="t" bIns="121875" lIns="121875" spcFirstLastPara="1" rIns="121875" wrap="square" tIns="121875">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25" name="Google Shape;25;g3ef0f933b3b_0_250"/>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g3ef0f933b3b_0_255"/>
          <p:cNvSpPr txBox="1"/>
          <p:nvPr>
            <p:ph type="ctrTitle"/>
          </p:nvPr>
        </p:nvSpPr>
        <p:spPr>
          <a:xfrm>
            <a:off x="311708" y="992767"/>
            <a:ext cx="8520600" cy="27369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rgbClr val="0D5C91"/>
              </a:buClr>
              <a:buSzPts val="6900"/>
              <a:buNone/>
              <a:defRPr sz="6900">
                <a:solidFill>
                  <a:srgbClr val="0D5C91"/>
                </a:solidFill>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8" name="Google Shape;28;g3ef0f933b3b_0_255"/>
          <p:cNvSpPr txBox="1"/>
          <p:nvPr>
            <p:ph idx="1" type="subTitle"/>
          </p:nvPr>
        </p:nvSpPr>
        <p:spPr>
          <a:xfrm>
            <a:off x="311700" y="3778833"/>
            <a:ext cx="8520600" cy="1056900"/>
          </a:xfrm>
          <a:prstGeom prst="rect">
            <a:avLst/>
          </a:prstGeom>
          <a:noFill/>
          <a:ln>
            <a:noFill/>
          </a:ln>
        </p:spPr>
        <p:txBody>
          <a:bodyPr anchorCtr="0" anchor="t" bIns="121875" lIns="121875" spcFirstLastPara="1" rIns="121875" wrap="square" tIns="121875">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9" name="Google Shape;29;g3ef0f933b3b_0_255"/>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eal">
  <p:cSld name="SECTION_HEADER_2">
    <p:spTree>
      <p:nvGrpSpPr>
        <p:cNvPr id="30" name="Shape 30"/>
        <p:cNvGrpSpPr/>
        <p:nvPr/>
      </p:nvGrpSpPr>
      <p:grpSpPr>
        <a:xfrm>
          <a:off x="0" y="0"/>
          <a:ext cx="0" cy="0"/>
          <a:chOff x="0" y="0"/>
          <a:chExt cx="0" cy="0"/>
        </a:xfrm>
      </p:grpSpPr>
      <p:sp>
        <p:nvSpPr>
          <p:cNvPr id="31" name="Google Shape;31;g3ef0f933b3b_0_259"/>
          <p:cNvSpPr/>
          <p:nvPr/>
        </p:nvSpPr>
        <p:spPr>
          <a:xfrm>
            <a:off x="25" y="0"/>
            <a:ext cx="9144000" cy="6858000"/>
          </a:xfrm>
          <a:prstGeom prst="rect">
            <a:avLst/>
          </a:prstGeom>
          <a:solidFill>
            <a:srgbClr val="F7D117"/>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2" name="Google Shape;32;g3ef0f933b3b_0_259"/>
          <p:cNvSpPr txBox="1"/>
          <p:nvPr>
            <p:ph type="title"/>
          </p:nvPr>
        </p:nvSpPr>
        <p:spPr>
          <a:xfrm>
            <a:off x="311700" y="2867800"/>
            <a:ext cx="8520600" cy="1122300"/>
          </a:xfrm>
          <a:prstGeom prst="rect">
            <a:avLst/>
          </a:prstGeom>
          <a:noFill/>
          <a:ln>
            <a:noFill/>
          </a:ln>
        </p:spPr>
        <p:txBody>
          <a:bodyPr anchorCtr="0" anchor="ctr" bIns="121875" lIns="121875" spcFirstLastPara="1" rIns="121875" wrap="square" tIns="12187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3" name="Google Shape;33;g3ef0f933b3b_0_259"/>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4" name="Google Shape;34;g3ef0f933b3b_0_259"/>
          <p:cNvPicPr preferRelativeResize="0"/>
          <p:nvPr/>
        </p:nvPicPr>
        <p:blipFill rotWithShape="1">
          <a:blip r:embed="rId2">
            <a:alphaModFix/>
          </a:blip>
          <a:srcRect b="0" l="0" r="0" t="0"/>
          <a:stretch/>
        </p:blipFill>
        <p:spPr>
          <a:xfrm>
            <a:off x="367050" y="6400799"/>
            <a:ext cx="1318911" cy="342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lue">
  <p:cSld name="SECTION_HEADER_2_1_1">
    <p:spTree>
      <p:nvGrpSpPr>
        <p:cNvPr id="35" name="Shape 35"/>
        <p:cNvGrpSpPr/>
        <p:nvPr/>
      </p:nvGrpSpPr>
      <p:grpSpPr>
        <a:xfrm>
          <a:off x="0" y="0"/>
          <a:ext cx="0" cy="0"/>
          <a:chOff x="0" y="0"/>
          <a:chExt cx="0" cy="0"/>
        </a:xfrm>
      </p:grpSpPr>
      <p:sp>
        <p:nvSpPr>
          <p:cNvPr id="36" name="Google Shape;36;g3ef0f933b3b_0_264"/>
          <p:cNvSpPr/>
          <p:nvPr/>
        </p:nvSpPr>
        <p:spPr>
          <a:xfrm>
            <a:off x="25" y="0"/>
            <a:ext cx="9144000" cy="68580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 name="Google Shape;37;g3ef0f933b3b_0_264"/>
          <p:cNvSpPr txBox="1"/>
          <p:nvPr>
            <p:ph type="title"/>
          </p:nvPr>
        </p:nvSpPr>
        <p:spPr>
          <a:xfrm>
            <a:off x="311700" y="2867800"/>
            <a:ext cx="8520600" cy="1122300"/>
          </a:xfrm>
          <a:prstGeom prst="rect">
            <a:avLst/>
          </a:prstGeom>
          <a:noFill/>
          <a:ln>
            <a:noFill/>
          </a:ln>
        </p:spPr>
        <p:txBody>
          <a:bodyPr anchorCtr="0" anchor="ctr" bIns="121875" lIns="121875" spcFirstLastPara="1" rIns="121875" wrap="square" tIns="12187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8" name="Google Shape;38;g3ef0f933b3b_0_264"/>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9" name="Google Shape;39;g3ef0f933b3b_0_264"/>
          <p:cNvPicPr preferRelativeResize="0"/>
          <p:nvPr/>
        </p:nvPicPr>
        <p:blipFill rotWithShape="1">
          <a:blip r:embed="rId2">
            <a:alphaModFix/>
          </a:blip>
          <a:srcRect b="199" l="0" r="0" t="189"/>
          <a:stretch/>
        </p:blipFill>
        <p:spPr>
          <a:xfrm>
            <a:off x="367050" y="6400799"/>
            <a:ext cx="1318910" cy="342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UC Blue">
  <p:cSld name="SECTION_HEADER_2_1_1_1">
    <p:spTree>
      <p:nvGrpSpPr>
        <p:cNvPr id="40" name="Shape 40"/>
        <p:cNvGrpSpPr/>
        <p:nvPr/>
      </p:nvGrpSpPr>
      <p:grpSpPr>
        <a:xfrm>
          <a:off x="0" y="0"/>
          <a:ext cx="0" cy="0"/>
          <a:chOff x="0" y="0"/>
          <a:chExt cx="0" cy="0"/>
        </a:xfrm>
      </p:grpSpPr>
      <p:sp>
        <p:nvSpPr>
          <p:cNvPr id="41" name="Google Shape;41;g3ef0f933b3b_0_269"/>
          <p:cNvSpPr/>
          <p:nvPr/>
        </p:nvSpPr>
        <p:spPr>
          <a:xfrm>
            <a:off x="25" y="0"/>
            <a:ext cx="9144000" cy="6858000"/>
          </a:xfrm>
          <a:prstGeom prst="rect">
            <a:avLst/>
          </a:prstGeom>
          <a:solidFill>
            <a:srgbClr val="00A3E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2" name="Google Shape;42;g3ef0f933b3b_0_269"/>
          <p:cNvSpPr txBox="1"/>
          <p:nvPr>
            <p:ph type="title"/>
          </p:nvPr>
        </p:nvSpPr>
        <p:spPr>
          <a:xfrm>
            <a:off x="311700" y="2867800"/>
            <a:ext cx="8520600" cy="1122300"/>
          </a:xfrm>
          <a:prstGeom prst="rect">
            <a:avLst/>
          </a:prstGeom>
          <a:noFill/>
          <a:ln>
            <a:noFill/>
          </a:ln>
        </p:spPr>
        <p:txBody>
          <a:bodyPr anchorCtr="0" anchor="ctr" bIns="121875" lIns="121875" spcFirstLastPara="1" rIns="121875" wrap="square" tIns="12187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3" name="Google Shape;43;g3ef0f933b3b_0_269"/>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44" name="Google Shape;44;g3ef0f933b3b_0_269"/>
          <p:cNvPicPr preferRelativeResize="0"/>
          <p:nvPr/>
        </p:nvPicPr>
        <p:blipFill rotWithShape="1">
          <a:blip r:embed="rId2">
            <a:alphaModFix/>
          </a:blip>
          <a:srcRect b="199" l="0" r="0" t="189"/>
          <a:stretch/>
        </p:blipFill>
        <p:spPr>
          <a:xfrm>
            <a:off x="367050" y="6400799"/>
            <a:ext cx="1318910" cy="342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5" name="Shape 45"/>
        <p:cNvGrpSpPr/>
        <p:nvPr/>
      </p:nvGrpSpPr>
      <p:grpSpPr>
        <a:xfrm>
          <a:off x="0" y="0"/>
          <a:ext cx="0" cy="0"/>
          <a:chOff x="0" y="0"/>
          <a:chExt cx="0" cy="0"/>
        </a:xfrm>
      </p:grpSpPr>
      <p:sp>
        <p:nvSpPr>
          <p:cNvPr id="46" name="Google Shape;46;g3ef0f933b3b_0_274"/>
          <p:cNvSpPr txBox="1"/>
          <p:nvPr>
            <p:ph type="title"/>
          </p:nvPr>
        </p:nvSpPr>
        <p:spPr>
          <a:xfrm>
            <a:off x="311700" y="2867800"/>
            <a:ext cx="8520600" cy="1122300"/>
          </a:xfrm>
          <a:prstGeom prst="rect">
            <a:avLst/>
          </a:prstGeom>
          <a:noFill/>
          <a:ln>
            <a:noFill/>
          </a:ln>
        </p:spPr>
        <p:txBody>
          <a:bodyPr anchorCtr="0" anchor="ctr" bIns="121875" lIns="121875" spcFirstLastPara="1" rIns="121875" wrap="square" tIns="121875">
            <a:noAutofit/>
          </a:bodyPr>
          <a:lstStyle>
            <a:lvl1pPr lvl="0" algn="ctr">
              <a:lnSpc>
                <a:spcPct val="100000"/>
              </a:lnSpc>
              <a:spcBef>
                <a:spcPts val="0"/>
              </a:spcBef>
              <a:spcAft>
                <a:spcPts val="0"/>
              </a:spcAft>
              <a:buClr>
                <a:schemeClr val="dk2"/>
              </a:buClr>
              <a:buSzPts val="4800"/>
              <a:buNone/>
              <a:defRPr sz="4800">
                <a:solidFill>
                  <a:schemeClr val="dk2"/>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7" name="Google Shape;47;g3ef0f933b3b_0_274"/>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sp>
        <p:nvSpPr>
          <p:cNvPr id="49" name="Google Shape;49;g3ef0f933b3b_0_277"/>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Clr>
                <a:schemeClr val="dk2"/>
              </a:buClr>
              <a:buSzPts val="3700"/>
              <a:buNone/>
              <a:defRPr>
                <a:solidFill>
                  <a:schemeClr val="dk2"/>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50" name="Google Shape;50;g3ef0f933b3b_0_277"/>
          <p:cNvSpPr txBox="1"/>
          <p:nvPr>
            <p:ph idx="1" type="body"/>
          </p:nvPr>
        </p:nvSpPr>
        <p:spPr>
          <a:xfrm>
            <a:off x="311700" y="1536633"/>
            <a:ext cx="8520600" cy="4555200"/>
          </a:xfrm>
          <a:prstGeom prst="rect">
            <a:avLst/>
          </a:prstGeom>
          <a:noFill/>
          <a:ln>
            <a:noFill/>
          </a:ln>
        </p:spPr>
        <p:txBody>
          <a:bodyPr anchorCtr="0" anchor="t" bIns="121875" lIns="121875" spcFirstLastPara="1" rIns="121875" wrap="square" tIns="121875">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51" name="Google Shape;51;g3ef0f933b3b_0_277"/>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sp>
        <p:nvSpPr>
          <p:cNvPr id="53" name="Google Shape;53;g3ef0f933b3b_0_281"/>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54" name="Google Shape;54;g3ef0f933b3b_0_281"/>
          <p:cNvSpPr txBox="1"/>
          <p:nvPr>
            <p:ph idx="1" type="body"/>
          </p:nvPr>
        </p:nvSpPr>
        <p:spPr>
          <a:xfrm>
            <a:off x="311700" y="1536633"/>
            <a:ext cx="3999900" cy="4555200"/>
          </a:xfrm>
          <a:prstGeom prst="rect">
            <a:avLst/>
          </a:prstGeom>
          <a:noFill/>
          <a:ln>
            <a:noFill/>
          </a:ln>
        </p:spPr>
        <p:txBody>
          <a:bodyPr anchorCtr="0" anchor="t" bIns="121875" lIns="121875" spcFirstLastPara="1" rIns="121875" wrap="square" tIns="121875">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55" name="Google Shape;55;g3ef0f933b3b_0_281"/>
          <p:cNvSpPr txBox="1"/>
          <p:nvPr>
            <p:ph idx="2" type="body"/>
          </p:nvPr>
        </p:nvSpPr>
        <p:spPr>
          <a:xfrm>
            <a:off x="4832400" y="1536633"/>
            <a:ext cx="3999900" cy="4555200"/>
          </a:xfrm>
          <a:prstGeom prst="rect">
            <a:avLst/>
          </a:prstGeom>
          <a:noFill/>
          <a:ln>
            <a:noFill/>
          </a:ln>
        </p:spPr>
        <p:txBody>
          <a:bodyPr anchorCtr="0" anchor="t" bIns="121875" lIns="121875" spcFirstLastPara="1" rIns="121875" wrap="square" tIns="121875">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56" name="Google Shape;56;g3ef0f933b3b_0_281"/>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7" name="Shape 57"/>
        <p:cNvGrpSpPr/>
        <p:nvPr/>
      </p:nvGrpSpPr>
      <p:grpSpPr>
        <a:xfrm>
          <a:off x="0" y="0"/>
          <a:ext cx="0" cy="0"/>
          <a:chOff x="0" y="0"/>
          <a:chExt cx="0" cy="0"/>
        </a:xfrm>
      </p:grpSpPr>
      <p:sp>
        <p:nvSpPr>
          <p:cNvPr id="58" name="Google Shape;58;g3ef0f933b3b_0_286"/>
          <p:cNvSpPr/>
          <p:nvPr/>
        </p:nvSpPr>
        <p:spPr>
          <a:xfrm>
            <a:off x="25" y="0"/>
            <a:ext cx="9144000" cy="15240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9" name="Google Shape;59;g3ef0f933b3b_0_286"/>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Clr>
                <a:schemeClr val="lt1"/>
              </a:buClr>
              <a:buSzPts val="3700"/>
              <a:buNone/>
              <a:defRPr>
                <a:solidFill>
                  <a:schemeClr val="lt1"/>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60" name="Google Shape;60;g3ef0f933b3b_0_286"/>
          <p:cNvSpPr txBox="1"/>
          <p:nvPr>
            <p:ph idx="1" type="body"/>
          </p:nvPr>
        </p:nvSpPr>
        <p:spPr>
          <a:xfrm>
            <a:off x="311700" y="1536633"/>
            <a:ext cx="3999900" cy="4555200"/>
          </a:xfrm>
          <a:prstGeom prst="rect">
            <a:avLst/>
          </a:prstGeom>
          <a:noFill/>
          <a:ln>
            <a:noFill/>
          </a:ln>
        </p:spPr>
        <p:txBody>
          <a:bodyPr anchorCtr="0" anchor="t" bIns="121875" lIns="121875" spcFirstLastPara="1" rIns="121875" wrap="square" tIns="121875">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61" name="Google Shape;61;g3ef0f933b3b_0_286"/>
          <p:cNvSpPr txBox="1"/>
          <p:nvPr>
            <p:ph idx="2" type="body"/>
          </p:nvPr>
        </p:nvSpPr>
        <p:spPr>
          <a:xfrm>
            <a:off x="4832400" y="1536633"/>
            <a:ext cx="3999900" cy="4555200"/>
          </a:xfrm>
          <a:prstGeom prst="rect">
            <a:avLst/>
          </a:prstGeom>
          <a:noFill/>
          <a:ln>
            <a:noFill/>
          </a:ln>
        </p:spPr>
        <p:txBody>
          <a:bodyPr anchorCtr="0" anchor="t" bIns="121875" lIns="121875" spcFirstLastPara="1" rIns="121875" wrap="square" tIns="121875">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62" name="Google Shape;62;g3ef0f933b3b_0_286"/>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g3ef0f933b3b_0_292"/>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Clr>
                <a:schemeClr val="dk2"/>
              </a:buClr>
              <a:buSzPts val="3700"/>
              <a:buNone/>
              <a:defRPr>
                <a:solidFill>
                  <a:schemeClr val="dk2"/>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65" name="Google Shape;65;g3ef0f933b3b_0_292"/>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sp>
        <p:nvSpPr>
          <p:cNvPr id="67" name="Google Shape;67;g3ef0f933b3b_0_295"/>
          <p:cNvSpPr txBox="1"/>
          <p:nvPr>
            <p:ph type="title"/>
          </p:nvPr>
        </p:nvSpPr>
        <p:spPr>
          <a:xfrm>
            <a:off x="311700"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68" name="Google Shape;68;g3ef0f933b3b_0_295"/>
          <p:cNvSpPr txBox="1"/>
          <p:nvPr>
            <p:ph idx="1" type="body"/>
          </p:nvPr>
        </p:nvSpPr>
        <p:spPr>
          <a:xfrm>
            <a:off x="311700" y="1852800"/>
            <a:ext cx="52425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69" name="Google Shape;69;g3ef0f933b3b_0_295"/>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Circle Text">
  <p:cSld name="ONE_COLUMN_TEXT_2_3_1">
    <p:spTree>
      <p:nvGrpSpPr>
        <p:cNvPr id="70" name="Shape 70"/>
        <p:cNvGrpSpPr/>
        <p:nvPr/>
      </p:nvGrpSpPr>
      <p:grpSpPr>
        <a:xfrm>
          <a:off x="0" y="0"/>
          <a:ext cx="0" cy="0"/>
          <a:chOff x="0" y="0"/>
          <a:chExt cx="0" cy="0"/>
        </a:xfrm>
      </p:grpSpPr>
      <p:sp>
        <p:nvSpPr>
          <p:cNvPr id="71" name="Google Shape;71;g3ef0f933b3b_0_299"/>
          <p:cNvSpPr txBox="1"/>
          <p:nvPr>
            <p:ph type="title"/>
          </p:nvPr>
        </p:nvSpPr>
        <p:spPr>
          <a:xfrm>
            <a:off x="311700"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72" name="Google Shape;72;g3ef0f933b3b_0_299"/>
          <p:cNvSpPr txBox="1"/>
          <p:nvPr>
            <p:ph idx="1" type="body"/>
          </p:nvPr>
        </p:nvSpPr>
        <p:spPr>
          <a:xfrm>
            <a:off x="311700" y="1852800"/>
            <a:ext cx="39795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73" name="Google Shape;73;g3ef0f933b3b_0_299"/>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g3ef0f933b3b_0_299"/>
          <p:cNvSpPr/>
          <p:nvPr/>
        </p:nvSpPr>
        <p:spPr>
          <a:xfrm>
            <a:off x="4572000" y="457200"/>
            <a:ext cx="4169700" cy="5553600"/>
          </a:xfrm>
          <a:prstGeom prst="ellipse">
            <a:avLst/>
          </a:prstGeom>
          <a:solidFill>
            <a:schemeClr val="accent3"/>
          </a:solidFill>
          <a:ln cap="flat" cmpd="sng" w="38100">
            <a:solidFill>
              <a:schemeClr val="accent5"/>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ef0f933b3b_0_299"/>
          <p:cNvSpPr txBox="1"/>
          <p:nvPr>
            <p:ph idx="2" type="title"/>
          </p:nvPr>
        </p:nvSpPr>
        <p:spPr>
          <a:xfrm>
            <a:off x="4680950" y="1889733"/>
            <a:ext cx="4109400" cy="26181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chemeClr val="lt1"/>
              </a:buClr>
              <a:buSzPts val="16000"/>
              <a:buNone/>
              <a:defRPr sz="16000">
                <a:solidFill>
                  <a:schemeClr val="lt1"/>
                </a:solidFill>
              </a:defRPr>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STATS">
  <p:cSld name="ONE_COLUMN_TEXT_2_3_1_1">
    <p:spTree>
      <p:nvGrpSpPr>
        <p:cNvPr id="76" name="Shape 76"/>
        <p:cNvGrpSpPr/>
        <p:nvPr/>
      </p:nvGrpSpPr>
      <p:grpSpPr>
        <a:xfrm>
          <a:off x="0" y="0"/>
          <a:ext cx="0" cy="0"/>
          <a:chOff x="0" y="0"/>
          <a:chExt cx="0" cy="0"/>
        </a:xfrm>
      </p:grpSpPr>
      <p:sp>
        <p:nvSpPr>
          <p:cNvPr id="77" name="Google Shape;77;g3ef0f933b3b_0_305"/>
          <p:cNvSpPr txBox="1"/>
          <p:nvPr>
            <p:ph type="title"/>
          </p:nvPr>
        </p:nvSpPr>
        <p:spPr>
          <a:xfrm>
            <a:off x="311700" y="740800"/>
            <a:ext cx="84252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78" name="Google Shape;78;g3ef0f933b3b_0_305"/>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g3ef0f933b3b_0_305"/>
          <p:cNvSpPr/>
          <p:nvPr/>
        </p:nvSpPr>
        <p:spPr>
          <a:xfrm>
            <a:off x="6107020" y="1967667"/>
            <a:ext cx="2629800" cy="3502800"/>
          </a:xfrm>
          <a:prstGeom prst="ellipse">
            <a:avLst/>
          </a:prstGeom>
          <a:solidFill>
            <a:srgbClr val="0D5C91"/>
          </a:solidFill>
          <a:ln cap="flat" cmpd="sng" w="38100">
            <a:solidFill>
              <a:srgbClr val="F7D11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ef0f933b3b_0_305"/>
          <p:cNvSpPr txBox="1"/>
          <p:nvPr>
            <p:ph idx="2" type="title"/>
          </p:nvPr>
        </p:nvSpPr>
        <p:spPr>
          <a:xfrm>
            <a:off x="6107025" y="2834867"/>
            <a:ext cx="2629800" cy="17685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chemeClr val="lt1"/>
              </a:buClr>
              <a:buSzPts val="9600"/>
              <a:buNone/>
              <a:defRPr sz="9600">
                <a:solidFill>
                  <a:schemeClr val="lt1"/>
                </a:solidFill>
              </a:defRPr>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
        <p:nvSpPr>
          <p:cNvPr id="81" name="Google Shape;81;g3ef0f933b3b_0_305"/>
          <p:cNvSpPr/>
          <p:nvPr/>
        </p:nvSpPr>
        <p:spPr>
          <a:xfrm>
            <a:off x="3257112" y="1967667"/>
            <a:ext cx="2629800" cy="3502800"/>
          </a:xfrm>
          <a:prstGeom prst="ellipse">
            <a:avLst/>
          </a:prstGeom>
          <a:solidFill>
            <a:srgbClr val="E98300"/>
          </a:solidFill>
          <a:ln cap="flat" cmpd="sng" w="38100">
            <a:solidFill>
              <a:srgbClr val="F7D11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2" name="Google Shape;82;g3ef0f933b3b_0_305"/>
          <p:cNvSpPr txBox="1"/>
          <p:nvPr>
            <p:ph idx="3" type="title"/>
          </p:nvPr>
        </p:nvSpPr>
        <p:spPr>
          <a:xfrm>
            <a:off x="3257100" y="2834867"/>
            <a:ext cx="2629800" cy="17685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chemeClr val="lt1"/>
              </a:buClr>
              <a:buSzPts val="9600"/>
              <a:buNone/>
              <a:defRPr sz="9600">
                <a:solidFill>
                  <a:schemeClr val="lt1"/>
                </a:solidFill>
              </a:defRPr>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
        <p:nvSpPr>
          <p:cNvPr id="83" name="Google Shape;83;g3ef0f933b3b_0_305"/>
          <p:cNvSpPr/>
          <p:nvPr/>
        </p:nvSpPr>
        <p:spPr>
          <a:xfrm>
            <a:off x="407168" y="1967667"/>
            <a:ext cx="2629800" cy="3502800"/>
          </a:xfrm>
          <a:prstGeom prst="ellipse">
            <a:avLst/>
          </a:prstGeom>
          <a:solidFill>
            <a:srgbClr val="00A3E0"/>
          </a:solidFill>
          <a:ln cap="flat" cmpd="sng" w="38100">
            <a:solidFill>
              <a:srgbClr val="F7D11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4" name="Google Shape;84;g3ef0f933b3b_0_305"/>
          <p:cNvSpPr txBox="1"/>
          <p:nvPr>
            <p:ph idx="4" type="title"/>
          </p:nvPr>
        </p:nvSpPr>
        <p:spPr>
          <a:xfrm>
            <a:off x="407175" y="2834867"/>
            <a:ext cx="2629800" cy="17685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chemeClr val="lt1"/>
              </a:buClr>
              <a:buSzPts val="9600"/>
              <a:buNone/>
              <a:defRPr sz="9600">
                <a:solidFill>
                  <a:schemeClr val="lt1"/>
                </a:solidFill>
              </a:defRPr>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Paste Master Image to Edit">
  <p:cSld name="ONE_COLUMN_TEXT_2_2">
    <p:spTree>
      <p:nvGrpSpPr>
        <p:cNvPr id="85" name="Shape 85"/>
        <p:cNvGrpSpPr/>
        <p:nvPr/>
      </p:nvGrpSpPr>
      <p:grpSpPr>
        <a:xfrm>
          <a:off x="0" y="0"/>
          <a:ext cx="0" cy="0"/>
          <a:chOff x="0" y="0"/>
          <a:chExt cx="0" cy="0"/>
        </a:xfrm>
      </p:grpSpPr>
      <p:pic>
        <p:nvPicPr>
          <p:cNvPr id="86" name="Google Shape;86;g3ef0f933b3b_0_314"/>
          <p:cNvPicPr preferRelativeResize="0"/>
          <p:nvPr/>
        </p:nvPicPr>
        <p:blipFill rotWithShape="1">
          <a:blip r:embed="rId2">
            <a:alphaModFix/>
          </a:blip>
          <a:srcRect b="0" l="43206" r="484" t="0"/>
          <a:stretch/>
        </p:blipFill>
        <p:spPr>
          <a:xfrm>
            <a:off x="4572000" y="457200"/>
            <a:ext cx="4169700" cy="4165200"/>
          </a:xfrm>
          <a:prstGeom prst="ellipse">
            <a:avLst/>
          </a:prstGeom>
          <a:noFill/>
          <a:ln cap="flat" cmpd="sng" w="38100">
            <a:solidFill>
              <a:srgbClr val="00A3E0"/>
            </a:solidFill>
            <a:prstDash val="solid"/>
            <a:round/>
            <a:headEnd len="sm" w="sm" type="none"/>
            <a:tailEnd len="sm" w="sm" type="none"/>
          </a:ln>
        </p:spPr>
      </p:pic>
      <p:sp>
        <p:nvSpPr>
          <p:cNvPr id="87" name="Google Shape;87;g3ef0f933b3b_0_314"/>
          <p:cNvSpPr txBox="1"/>
          <p:nvPr>
            <p:ph type="title"/>
          </p:nvPr>
        </p:nvSpPr>
        <p:spPr>
          <a:xfrm>
            <a:off x="311700"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88" name="Google Shape;88;g3ef0f933b3b_0_314"/>
          <p:cNvSpPr txBox="1"/>
          <p:nvPr>
            <p:ph idx="1" type="body"/>
          </p:nvPr>
        </p:nvSpPr>
        <p:spPr>
          <a:xfrm>
            <a:off x="311700" y="1852800"/>
            <a:ext cx="39234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89" name="Google Shape;89;g3ef0f933b3b_0_314"/>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py/Paste Master Elements to Edit">
  <p:cSld name="ONE_COLUMN_TEXT_2_1">
    <p:spTree>
      <p:nvGrpSpPr>
        <p:cNvPr id="90" name="Shape 90"/>
        <p:cNvGrpSpPr/>
        <p:nvPr/>
      </p:nvGrpSpPr>
      <p:grpSpPr>
        <a:xfrm>
          <a:off x="0" y="0"/>
          <a:ext cx="0" cy="0"/>
          <a:chOff x="0" y="0"/>
          <a:chExt cx="0" cy="0"/>
        </a:xfrm>
      </p:grpSpPr>
      <p:pic>
        <p:nvPicPr>
          <p:cNvPr id="91" name="Google Shape;91;g3ef0f933b3b_0_319"/>
          <p:cNvPicPr preferRelativeResize="0"/>
          <p:nvPr/>
        </p:nvPicPr>
        <p:blipFill rotWithShape="1">
          <a:blip r:embed="rId2">
            <a:alphaModFix/>
          </a:blip>
          <a:srcRect b="0" l="20371" r="12329" t="0"/>
          <a:stretch/>
        </p:blipFill>
        <p:spPr>
          <a:xfrm>
            <a:off x="3400200" y="0"/>
            <a:ext cx="5743800" cy="6400801"/>
          </a:xfrm>
          <a:prstGeom prst="rect">
            <a:avLst/>
          </a:prstGeom>
          <a:noFill/>
          <a:ln>
            <a:noFill/>
          </a:ln>
        </p:spPr>
      </p:pic>
      <p:sp>
        <p:nvSpPr>
          <p:cNvPr id="92" name="Google Shape;92;g3ef0f933b3b_0_319"/>
          <p:cNvSpPr/>
          <p:nvPr/>
        </p:nvSpPr>
        <p:spPr>
          <a:xfrm>
            <a:off x="-1714200" y="-992267"/>
            <a:ext cx="6286200" cy="8382000"/>
          </a:xfrm>
          <a:prstGeom prst="ellipse">
            <a:avLst/>
          </a:prstGeom>
          <a:solidFill>
            <a:schemeClr val="accent3"/>
          </a:solidFill>
          <a:ln cap="flat" cmpd="sng" w="38100">
            <a:solidFill>
              <a:schemeClr val="accent5"/>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ef0f933b3b_0_319"/>
          <p:cNvSpPr txBox="1"/>
          <p:nvPr>
            <p:ph type="title"/>
          </p:nvPr>
        </p:nvSpPr>
        <p:spPr>
          <a:xfrm>
            <a:off x="311700"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94" name="Google Shape;94;g3ef0f933b3b_0_319"/>
          <p:cNvSpPr txBox="1"/>
          <p:nvPr>
            <p:ph idx="1" type="body"/>
          </p:nvPr>
        </p:nvSpPr>
        <p:spPr>
          <a:xfrm>
            <a:off x="311700" y="1834333"/>
            <a:ext cx="28080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Clr>
                <a:schemeClr val="lt1"/>
              </a:buClr>
              <a:buSzPts val="1600"/>
              <a:buChar char="●"/>
              <a:defRPr sz="1600">
                <a:solidFill>
                  <a:schemeClr val="lt1"/>
                </a:solidFill>
              </a:defRPr>
            </a:lvl1pPr>
            <a:lvl2pPr indent="-330200" lvl="1" marL="914400" algn="l">
              <a:lnSpc>
                <a:spcPct val="115000"/>
              </a:lnSpc>
              <a:spcBef>
                <a:spcPts val="2100"/>
              </a:spcBef>
              <a:spcAft>
                <a:spcPts val="0"/>
              </a:spcAft>
              <a:buClr>
                <a:schemeClr val="lt1"/>
              </a:buClr>
              <a:buSzPts val="1600"/>
              <a:buChar char="○"/>
              <a:defRPr sz="1600">
                <a:solidFill>
                  <a:schemeClr val="lt1"/>
                </a:solidFill>
              </a:defRPr>
            </a:lvl2pPr>
            <a:lvl3pPr indent="-330200" lvl="2" marL="1371600" algn="l">
              <a:lnSpc>
                <a:spcPct val="115000"/>
              </a:lnSpc>
              <a:spcBef>
                <a:spcPts val="2100"/>
              </a:spcBef>
              <a:spcAft>
                <a:spcPts val="0"/>
              </a:spcAft>
              <a:buClr>
                <a:schemeClr val="lt1"/>
              </a:buClr>
              <a:buSzPts val="1600"/>
              <a:buChar char="■"/>
              <a:defRPr sz="1600">
                <a:solidFill>
                  <a:schemeClr val="lt1"/>
                </a:solidFill>
              </a:defRPr>
            </a:lvl3pPr>
            <a:lvl4pPr indent="-330200" lvl="3" marL="1828800" algn="l">
              <a:lnSpc>
                <a:spcPct val="115000"/>
              </a:lnSpc>
              <a:spcBef>
                <a:spcPts val="2100"/>
              </a:spcBef>
              <a:spcAft>
                <a:spcPts val="0"/>
              </a:spcAft>
              <a:buClr>
                <a:schemeClr val="lt1"/>
              </a:buClr>
              <a:buSzPts val="1600"/>
              <a:buChar char="●"/>
              <a:defRPr sz="1600">
                <a:solidFill>
                  <a:schemeClr val="lt1"/>
                </a:solidFill>
              </a:defRPr>
            </a:lvl4pPr>
            <a:lvl5pPr indent="-330200" lvl="4" marL="2286000" algn="l">
              <a:lnSpc>
                <a:spcPct val="115000"/>
              </a:lnSpc>
              <a:spcBef>
                <a:spcPts val="2100"/>
              </a:spcBef>
              <a:spcAft>
                <a:spcPts val="0"/>
              </a:spcAft>
              <a:buClr>
                <a:schemeClr val="lt1"/>
              </a:buClr>
              <a:buSzPts val="1600"/>
              <a:buChar char="○"/>
              <a:defRPr sz="1600">
                <a:solidFill>
                  <a:schemeClr val="lt1"/>
                </a:solidFill>
              </a:defRPr>
            </a:lvl5pPr>
            <a:lvl6pPr indent="-330200" lvl="5" marL="2743200" algn="l">
              <a:lnSpc>
                <a:spcPct val="115000"/>
              </a:lnSpc>
              <a:spcBef>
                <a:spcPts val="2100"/>
              </a:spcBef>
              <a:spcAft>
                <a:spcPts val="0"/>
              </a:spcAft>
              <a:buClr>
                <a:schemeClr val="lt1"/>
              </a:buClr>
              <a:buSzPts val="1600"/>
              <a:buChar char="■"/>
              <a:defRPr sz="1600">
                <a:solidFill>
                  <a:schemeClr val="lt1"/>
                </a:solidFill>
              </a:defRPr>
            </a:lvl6pPr>
            <a:lvl7pPr indent="-330200" lvl="6" marL="3200400" algn="l">
              <a:lnSpc>
                <a:spcPct val="115000"/>
              </a:lnSpc>
              <a:spcBef>
                <a:spcPts val="2100"/>
              </a:spcBef>
              <a:spcAft>
                <a:spcPts val="0"/>
              </a:spcAft>
              <a:buClr>
                <a:schemeClr val="lt1"/>
              </a:buClr>
              <a:buSzPts val="1600"/>
              <a:buChar char="●"/>
              <a:defRPr sz="1600">
                <a:solidFill>
                  <a:schemeClr val="lt1"/>
                </a:solidFill>
              </a:defRPr>
            </a:lvl7pPr>
            <a:lvl8pPr indent="-330200" lvl="7" marL="3657600" algn="l">
              <a:lnSpc>
                <a:spcPct val="115000"/>
              </a:lnSpc>
              <a:spcBef>
                <a:spcPts val="2100"/>
              </a:spcBef>
              <a:spcAft>
                <a:spcPts val="0"/>
              </a:spcAft>
              <a:buClr>
                <a:schemeClr val="lt1"/>
              </a:buClr>
              <a:buSzPts val="1600"/>
              <a:buChar char="○"/>
              <a:defRPr sz="1600">
                <a:solidFill>
                  <a:schemeClr val="lt1"/>
                </a:solidFill>
              </a:defRPr>
            </a:lvl8pPr>
            <a:lvl9pPr indent="-330200" lvl="8" marL="4114800" algn="l">
              <a:lnSpc>
                <a:spcPct val="115000"/>
              </a:lnSpc>
              <a:spcBef>
                <a:spcPts val="2100"/>
              </a:spcBef>
              <a:spcAft>
                <a:spcPts val="2100"/>
              </a:spcAft>
              <a:buClr>
                <a:schemeClr val="lt1"/>
              </a:buClr>
              <a:buSzPts val="1600"/>
              <a:buChar char="■"/>
              <a:defRPr sz="1600">
                <a:solidFill>
                  <a:schemeClr val="lt1"/>
                </a:solidFill>
              </a:defRPr>
            </a:lvl9pPr>
          </a:lstStyle>
          <a:p/>
        </p:txBody>
      </p:sp>
      <p:sp>
        <p:nvSpPr>
          <p:cNvPr id="95" name="Google Shape;95;g3ef0f933b3b_0_319"/>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6" name="Google Shape;96;g3ef0f933b3b_0_319"/>
          <p:cNvPicPr preferRelativeResize="0"/>
          <p:nvPr/>
        </p:nvPicPr>
        <p:blipFill rotWithShape="1">
          <a:blip r:embed="rId3">
            <a:alphaModFix/>
          </a:blip>
          <a:srcRect b="199" l="0" r="0" t="189"/>
          <a:stretch/>
        </p:blipFill>
        <p:spPr>
          <a:xfrm>
            <a:off x="367050" y="6400799"/>
            <a:ext cx="1318910" cy="342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py/Paste Master Image to Edit">
  <p:cSld name="ONE_COLUMN_TEXT_2_1_3">
    <p:spTree>
      <p:nvGrpSpPr>
        <p:cNvPr id="97" name="Shape 97"/>
        <p:cNvGrpSpPr/>
        <p:nvPr/>
      </p:nvGrpSpPr>
      <p:grpSpPr>
        <a:xfrm>
          <a:off x="0" y="0"/>
          <a:ext cx="0" cy="0"/>
          <a:chOff x="0" y="0"/>
          <a:chExt cx="0" cy="0"/>
        </a:xfrm>
      </p:grpSpPr>
      <p:sp>
        <p:nvSpPr>
          <p:cNvPr id="98" name="Google Shape;98;g3ef0f933b3b_0_326"/>
          <p:cNvSpPr txBox="1"/>
          <p:nvPr>
            <p:ph type="title"/>
          </p:nvPr>
        </p:nvSpPr>
        <p:spPr>
          <a:xfrm>
            <a:off x="5140775"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99" name="Google Shape;99;g3ef0f933b3b_0_326"/>
          <p:cNvSpPr txBox="1"/>
          <p:nvPr>
            <p:ph idx="1" type="body"/>
          </p:nvPr>
        </p:nvSpPr>
        <p:spPr>
          <a:xfrm>
            <a:off x="5053925" y="1831200"/>
            <a:ext cx="38886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00" name="Google Shape;100;g3ef0f933b3b_0_326"/>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g3ef0f933b3b_0_326"/>
          <p:cNvPicPr preferRelativeResize="0"/>
          <p:nvPr/>
        </p:nvPicPr>
        <p:blipFill rotWithShape="1">
          <a:blip r:embed="rId2">
            <a:alphaModFix/>
          </a:blip>
          <a:srcRect b="-5305" l="33845" r="0" t="-12315"/>
          <a:stretch/>
        </p:blipFill>
        <p:spPr>
          <a:xfrm>
            <a:off x="-1701225" y="-958067"/>
            <a:ext cx="6234900" cy="6235200"/>
          </a:xfrm>
          <a:prstGeom prst="ellipse">
            <a:avLst/>
          </a:prstGeom>
          <a:noFill/>
          <a:ln cap="flat" cmpd="sng" w="38100">
            <a:solidFill>
              <a:schemeClr val="accent3"/>
            </a:solidFill>
            <a:prstDash val="solid"/>
            <a:round/>
            <a:headEnd len="sm" w="sm" type="none"/>
            <a:tailEnd len="sm" w="sm" type="none"/>
          </a:ln>
        </p:spPr>
      </p:pic>
      <p:pic>
        <p:nvPicPr>
          <p:cNvPr id="102" name="Google Shape;102;g3ef0f933b3b_0_326"/>
          <p:cNvPicPr preferRelativeResize="0"/>
          <p:nvPr/>
        </p:nvPicPr>
        <p:blipFill rotWithShape="1">
          <a:blip r:embed="rId3">
            <a:alphaModFix/>
          </a:blip>
          <a:srcRect b="199" l="0" r="0" t="189"/>
          <a:stretch/>
        </p:blipFill>
        <p:spPr>
          <a:xfrm>
            <a:off x="367050" y="6400799"/>
            <a:ext cx="1318910" cy="342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py/Paste Master Image to Edit">
  <p:cSld name="ONE_COLUMN_TEXT_2_1_2_1">
    <p:spTree>
      <p:nvGrpSpPr>
        <p:cNvPr id="103" name="Shape 103"/>
        <p:cNvGrpSpPr/>
        <p:nvPr/>
      </p:nvGrpSpPr>
      <p:grpSpPr>
        <a:xfrm>
          <a:off x="0" y="0"/>
          <a:ext cx="0" cy="0"/>
          <a:chOff x="0" y="0"/>
          <a:chExt cx="0" cy="0"/>
        </a:xfrm>
      </p:grpSpPr>
      <p:pic>
        <p:nvPicPr>
          <p:cNvPr id="104" name="Google Shape;104;g3ef0f933b3b_0_332"/>
          <p:cNvPicPr preferRelativeResize="0"/>
          <p:nvPr/>
        </p:nvPicPr>
        <p:blipFill rotWithShape="1">
          <a:blip r:embed="rId2">
            <a:alphaModFix/>
          </a:blip>
          <a:srcRect b="0" l="29937" r="19622" t="10322"/>
          <a:stretch/>
        </p:blipFill>
        <p:spPr>
          <a:xfrm>
            <a:off x="4572000" y="-958067"/>
            <a:ext cx="6234900" cy="6235200"/>
          </a:xfrm>
          <a:prstGeom prst="ellipse">
            <a:avLst/>
          </a:prstGeom>
          <a:noFill/>
          <a:ln cap="flat" cmpd="sng" w="38100">
            <a:solidFill>
              <a:srgbClr val="0D5C91"/>
            </a:solidFill>
            <a:prstDash val="solid"/>
            <a:round/>
            <a:headEnd len="sm" w="sm" type="none"/>
            <a:tailEnd len="sm" w="sm" type="none"/>
          </a:ln>
        </p:spPr>
      </p:pic>
      <p:sp>
        <p:nvSpPr>
          <p:cNvPr id="105" name="Google Shape;105;g3ef0f933b3b_0_332"/>
          <p:cNvSpPr txBox="1"/>
          <p:nvPr>
            <p:ph type="title"/>
          </p:nvPr>
        </p:nvSpPr>
        <p:spPr>
          <a:xfrm>
            <a:off x="407175"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06" name="Google Shape;106;g3ef0f933b3b_0_332"/>
          <p:cNvSpPr txBox="1"/>
          <p:nvPr>
            <p:ph idx="1" type="body"/>
          </p:nvPr>
        </p:nvSpPr>
        <p:spPr>
          <a:xfrm>
            <a:off x="407175" y="1852800"/>
            <a:ext cx="39150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07" name="Google Shape;107;g3ef0f933b3b_0_332"/>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py/Paste Master Elements to Edit">
  <p:cSld name="ONE_COLUMN_TEXT_2_1_1_1">
    <p:spTree>
      <p:nvGrpSpPr>
        <p:cNvPr id="108" name="Shape 108"/>
        <p:cNvGrpSpPr/>
        <p:nvPr/>
      </p:nvGrpSpPr>
      <p:grpSpPr>
        <a:xfrm>
          <a:off x="0" y="0"/>
          <a:ext cx="0" cy="0"/>
          <a:chOff x="0" y="0"/>
          <a:chExt cx="0" cy="0"/>
        </a:xfrm>
      </p:grpSpPr>
      <p:pic>
        <p:nvPicPr>
          <p:cNvPr id="109" name="Google Shape;109;g3ef0f933b3b_0_337"/>
          <p:cNvPicPr preferRelativeResize="0"/>
          <p:nvPr/>
        </p:nvPicPr>
        <p:blipFill rotWithShape="1">
          <a:blip r:embed="rId2">
            <a:alphaModFix/>
          </a:blip>
          <a:srcRect b="0" l="32702" r="11052" t="0"/>
          <a:stretch/>
        </p:blipFill>
        <p:spPr>
          <a:xfrm>
            <a:off x="0" y="0"/>
            <a:ext cx="4800600" cy="6400801"/>
          </a:xfrm>
          <a:prstGeom prst="rect">
            <a:avLst/>
          </a:prstGeom>
          <a:noFill/>
          <a:ln>
            <a:noFill/>
          </a:ln>
        </p:spPr>
      </p:pic>
      <p:sp>
        <p:nvSpPr>
          <p:cNvPr id="110" name="Google Shape;110;g3ef0f933b3b_0_337"/>
          <p:cNvSpPr/>
          <p:nvPr/>
        </p:nvSpPr>
        <p:spPr>
          <a:xfrm>
            <a:off x="2286000" y="-2438400"/>
            <a:ext cx="8458200" cy="11277600"/>
          </a:xfrm>
          <a:prstGeom prst="ellipse">
            <a:avLst/>
          </a:prstGeom>
          <a:solidFill>
            <a:schemeClr val="accent3"/>
          </a:solidFill>
          <a:ln cap="flat" cmpd="sng" w="38100">
            <a:solidFill>
              <a:schemeClr val="accent5"/>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1" name="Google Shape;111;g3ef0f933b3b_0_337"/>
          <p:cNvSpPr txBox="1"/>
          <p:nvPr>
            <p:ph type="title"/>
          </p:nvPr>
        </p:nvSpPr>
        <p:spPr>
          <a:xfrm>
            <a:off x="3086100" y="753400"/>
            <a:ext cx="56508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12" name="Google Shape;112;g3ef0f933b3b_0_337"/>
          <p:cNvSpPr txBox="1"/>
          <p:nvPr>
            <p:ph idx="1" type="body"/>
          </p:nvPr>
        </p:nvSpPr>
        <p:spPr>
          <a:xfrm>
            <a:off x="3086100" y="1865400"/>
            <a:ext cx="56508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Clr>
                <a:schemeClr val="lt1"/>
              </a:buClr>
              <a:buSzPts val="1600"/>
              <a:buChar char="●"/>
              <a:defRPr sz="1600">
                <a:solidFill>
                  <a:schemeClr val="lt1"/>
                </a:solidFill>
              </a:defRPr>
            </a:lvl1pPr>
            <a:lvl2pPr indent="-330200" lvl="1" marL="914400" algn="l">
              <a:lnSpc>
                <a:spcPct val="115000"/>
              </a:lnSpc>
              <a:spcBef>
                <a:spcPts val="2100"/>
              </a:spcBef>
              <a:spcAft>
                <a:spcPts val="0"/>
              </a:spcAft>
              <a:buClr>
                <a:schemeClr val="lt1"/>
              </a:buClr>
              <a:buSzPts val="1600"/>
              <a:buChar char="○"/>
              <a:defRPr sz="1600">
                <a:solidFill>
                  <a:schemeClr val="lt1"/>
                </a:solidFill>
              </a:defRPr>
            </a:lvl2pPr>
            <a:lvl3pPr indent="-330200" lvl="2" marL="1371600" algn="l">
              <a:lnSpc>
                <a:spcPct val="115000"/>
              </a:lnSpc>
              <a:spcBef>
                <a:spcPts val="2100"/>
              </a:spcBef>
              <a:spcAft>
                <a:spcPts val="0"/>
              </a:spcAft>
              <a:buClr>
                <a:schemeClr val="lt1"/>
              </a:buClr>
              <a:buSzPts val="1600"/>
              <a:buChar char="■"/>
              <a:defRPr sz="1600">
                <a:solidFill>
                  <a:schemeClr val="lt1"/>
                </a:solidFill>
              </a:defRPr>
            </a:lvl3pPr>
            <a:lvl4pPr indent="-330200" lvl="3" marL="1828800" algn="l">
              <a:lnSpc>
                <a:spcPct val="115000"/>
              </a:lnSpc>
              <a:spcBef>
                <a:spcPts val="2100"/>
              </a:spcBef>
              <a:spcAft>
                <a:spcPts val="0"/>
              </a:spcAft>
              <a:buClr>
                <a:schemeClr val="lt1"/>
              </a:buClr>
              <a:buSzPts val="1600"/>
              <a:buChar char="●"/>
              <a:defRPr sz="1600">
                <a:solidFill>
                  <a:schemeClr val="lt1"/>
                </a:solidFill>
              </a:defRPr>
            </a:lvl4pPr>
            <a:lvl5pPr indent="-330200" lvl="4" marL="2286000" algn="l">
              <a:lnSpc>
                <a:spcPct val="115000"/>
              </a:lnSpc>
              <a:spcBef>
                <a:spcPts val="2100"/>
              </a:spcBef>
              <a:spcAft>
                <a:spcPts val="0"/>
              </a:spcAft>
              <a:buClr>
                <a:schemeClr val="lt1"/>
              </a:buClr>
              <a:buSzPts val="1600"/>
              <a:buChar char="○"/>
              <a:defRPr sz="1600">
                <a:solidFill>
                  <a:schemeClr val="lt1"/>
                </a:solidFill>
              </a:defRPr>
            </a:lvl5pPr>
            <a:lvl6pPr indent="-330200" lvl="5" marL="2743200" algn="l">
              <a:lnSpc>
                <a:spcPct val="115000"/>
              </a:lnSpc>
              <a:spcBef>
                <a:spcPts val="2100"/>
              </a:spcBef>
              <a:spcAft>
                <a:spcPts val="0"/>
              </a:spcAft>
              <a:buClr>
                <a:schemeClr val="lt1"/>
              </a:buClr>
              <a:buSzPts val="1600"/>
              <a:buChar char="■"/>
              <a:defRPr sz="1600">
                <a:solidFill>
                  <a:schemeClr val="lt1"/>
                </a:solidFill>
              </a:defRPr>
            </a:lvl6pPr>
            <a:lvl7pPr indent="-330200" lvl="6" marL="3200400" algn="l">
              <a:lnSpc>
                <a:spcPct val="115000"/>
              </a:lnSpc>
              <a:spcBef>
                <a:spcPts val="2100"/>
              </a:spcBef>
              <a:spcAft>
                <a:spcPts val="0"/>
              </a:spcAft>
              <a:buClr>
                <a:schemeClr val="lt1"/>
              </a:buClr>
              <a:buSzPts val="1600"/>
              <a:buChar char="●"/>
              <a:defRPr sz="1600">
                <a:solidFill>
                  <a:schemeClr val="lt1"/>
                </a:solidFill>
              </a:defRPr>
            </a:lvl7pPr>
            <a:lvl8pPr indent="-330200" lvl="7" marL="3657600" algn="l">
              <a:lnSpc>
                <a:spcPct val="115000"/>
              </a:lnSpc>
              <a:spcBef>
                <a:spcPts val="2100"/>
              </a:spcBef>
              <a:spcAft>
                <a:spcPts val="0"/>
              </a:spcAft>
              <a:buClr>
                <a:schemeClr val="lt1"/>
              </a:buClr>
              <a:buSzPts val="1600"/>
              <a:buChar char="○"/>
              <a:defRPr sz="1600">
                <a:solidFill>
                  <a:schemeClr val="lt1"/>
                </a:solidFill>
              </a:defRPr>
            </a:lvl8pPr>
            <a:lvl9pPr indent="-330200" lvl="8" marL="4114800" algn="l">
              <a:lnSpc>
                <a:spcPct val="115000"/>
              </a:lnSpc>
              <a:spcBef>
                <a:spcPts val="2100"/>
              </a:spcBef>
              <a:spcAft>
                <a:spcPts val="2100"/>
              </a:spcAft>
              <a:buClr>
                <a:schemeClr val="lt1"/>
              </a:buClr>
              <a:buSzPts val="1600"/>
              <a:buChar char="■"/>
              <a:defRPr sz="1600">
                <a:solidFill>
                  <a:schemeClr val="lt1"/>
                </a:solidFill>
              </a:defRPr>
            </a:lvl9pPr>
          </a:lstStyle>
          <a:p/>
        </p:txBody>
      </p:sp>
      <p:sp>
        <p:nvSpPr>
          <p:cNvPr id="113" name="Google Shape;113;g3ef0f933b3b_0_337"/>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1944">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py/Paste Master Elements to Edit 1">
  <p:cSld name="ONE_COLUMN_TEXT_2_1_1_1_2">
    <p:spTree>
      <p:nvGrpSpPr>
        <p:cNvPr id="114" name="Shape 114"/>
        <p:cNvGrpSpPr/>
        <p:nvPr/>
      </p:nvGrpSpPr>
      <p:grpSpPr>
        <a:xfrm>
          <a:off x="0" y="0"/>
          <a:ext cx="0" cy="0"/>
          <a:chOff x="0" y="0"/>
          <a:chExt cx="0" cy="0"/>
        </a:xfrm>
      </p:grpSpPr>
      <p:pic>
        <p:nvPicPr>
          <p:cNvPr id="115" name="Google Shape;115;g3ef0f933b3b_0_343"/>
          <p:cNvPicPr preferRelativeResize="0"/>
          <p:nvPr/>
        </p:nvPicPr>
        <p:blipFill rotWithShape="1">
          <a:blip r:embed="rId2">
            <a:alphaModFix/>
          </a:blip>
          <a:srcRect b="0" l="2130" r="-2130" t="0"/>
          <a:stretch/>
        </p:blipFill>
        <p:spPr>
          <a:xfrm>
            <a:off x="0" y="0"/>
            <a:ext cx="4800600" cy="4800600"/>
          </a:xfrm>
          <a:prstGeom prst="rect">
            <a:avLst/>
          </a:prstGeom>
          <a:noFill/>
          <a:ln>
            <a:noFill/>
          </a:ln>
        </p:spPr>
      </p:pic>
      <p:sp>
        <p:nvSpPr>
          <p:cNvPr id="116" name="Google Shape;116;g3ef0f933b3b_0_343"/>
          <p:cNvSpPr/>
          <p:nvPr/>
        </p:nvSpPr>
        <p:spPr>
          <a:xfrm>
            <a:off x="2286000" y="-2438400"/>
            <a:ext cx="8458200" cy="11277600"/>
          </a:xfrm>
          <a:prstGeom prst="ellipse">
            <a:avLst/>
          </a:prstGeom>
          <a:solidFill>
            <a:schemeClr val="accent3"/>
          </a:solidFill>
          <a:ln cap="flat" cmpd="sng" w="38100">
            <a:solidFill>
              <a:schemeClr val="accent5"/>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7" name="Google Shape;117;g3ef0f933b3b_0_343"/>
          <p:cNvSpPr txBox="1"/>
          <p:nvPr>
            <p:ph type="title"/>
          </p:nvPr>
        </p:nvSpPr>
        <p:spPr>
          <a:xfrm>
            <a:off x="3086100" y="753400"/>
            <a:ext cx="56508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18" name="Google Shape;118;g3ef0f933b3b_0_343"/>
          <p:cNvSpPr txBox="1"/>
          <p:nvPr>
            <p:ph idx="1" type="body"/>
          </p:nvPr>
        </p:nvSpPr>
        <p:spPr>
          <a:xfrm>
            <a:off x="3086100" y="1865400"/>
            <a:ext cx="56508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Clr>
                <a:schemeClr val="lt1"/>
              </a:buClr>
              <a:buSzPts val="1600"/>
              <a:buChar char="●"/>
              <a:defRPr sz="1600">
                <a:solidFill>
                  <a:schemeClr val="lt1"/>
                </a:solidFill>
              </a:defRPr>
            </a:lvl1pPr>
            <a:lvl2pPr indent="-330200" lvl="1" marL="914400" algn="l">
              <a:lnSpc>
                <a:spcPct val="115000"/>
              </a:lnSpc>
              <a:spcBef>
                <a:spcPts val="2100"/>
              </a:spcBef>
              <a:spcAft>
                <a:spcPts val="0"/>
              </a:spcAft>
              <a:buClr>
                <a:schemeClr val="lt1"/>
              </a:buClr>
              <a:buSzPts val="1600"/>
              <a:buChar char="○"/>
              <a:defRPr sz="1600">
                <a:solidFill>
                  <a:schemeClr val="lt1"/>
                </a:solidFill>
              </a:defRPr>
            </a:lvl2pPr>
            <a:lvl3pPr indent="-330200" lvl="2" marL="1371600" algn="l">
              <a:lnSpc>
                <a:spcPct val="115000"/>
              </a:lnSpc>
              <a:spcBef>
                <a:spcPts val="2100"/>
              </a:spcBef>
              <a:spcAft>
                <a:spcPts val="0"/>
              </a:spcAft>
              <a:buClr>
                <a:schemeClr val="lt1"/>
              </a:buClr>
              <a:buSzPts val="1600"/>
              <a:buChar char="■"/>
              <a:defRPr sz="1600">
                <a:solidFill>
                  <a:schemeClr val="lt1"/>
                </a:solidFill>
              </a:defRPr>
            </a:lvl3pPr>
            <a:lvl4pPr indent="-330200" lvl="3" marL="1828800" algn="l">
              <a:lnSpc>
                <a:spcPct val="115000"/>
              </a:lnSpc>
              <a:spcBef>
                <a:spcPts val="2100"/>
              </a:spcBef>
              <a:spcAft>
                <a:spcPts val="0"/>
              </a:spcAft>
              <a:buClr>
                <a:schemeClr val="lt1"/>
              </a:buClr>
              <a:buSzPts val="1600"/>
              <a:buChar char="●"/>
              <a:defRPr sz="1600">
                <a:solidFill>
                  <a:schemeClr val="lt1"/>
                </a:solidFill>
              </a:defRPr>
            </a:lvl4pPr>
            <a:lvl5pPr indent="-330200" lvl="4" marL="2286000" algn="l">
              <a:lnSpc>
                <a:spcPct val="115000"/>
              </a:lnSpc>
              <a:spcBef>
                <a:spcPts val="2100"/>
              </a:spcBef>
              <a:spcAft>
                <a:spcPts val="0"/>
              </a:spcAft>
              <a:buClr>
                <a:schemeClr val="lt1"/>
              </a:buClr>
              <a:buSzPts val="1600"/>
              <a:buChar char="○"/>
              <a:defRPr sz="1600">
                <a:solidFill>
                  <a:schemeClr val="lt1"/>
                </a:solidFill>
              </a:defRPr>
            </a:lvl5pPr>
            <a:lvl6pPr indent="-330200" lvl="5" marL="2743200" algn="l">
              <a:lnSpc>
                <a:spcPct val="115000"/>
              </a:lnSpc>
              <a:spcBef>
                <a:spcPts val="2100"/>
              </a:spcBef>
              <a:spcAft>
                <a:spcPts val="0"/>
              </a:spcAft>
              <a:buClr>
                <a:schemeClr val="lt1"/>
              </a:buClr>
              <a:buSzPts val="1600"/>
              <a:buChar char="■"/>
              <a:defRPr sz="1600">
                <a:solidFill>
                  <a:schemeClr val="lt1"/>
                </a:solidFill>
              </a:defRPr>
            </a:lvl6pPr>
            <a:lvl7pPr indent="-330200" lvl="6" marL="3200400" algn="l">
              <a:lnSpc>
                <a:spcPct val="115000"/>
              </a:lnSpc>
              <a:spcBef>
                <a:spcPts val="2100"/>
              </a:spcBef>
              <a:spcAft>
                <a:spcPts val="0"/>
              </a:spcAft>
              <a:buClr>
                <a:schemeClr val="lt1"/>
              </a:buClr>
              <a:buSzPts val="1600"/>
              <a:buChar char="●"/>
              <a:defRPr sz="1600">
                <a:solidFill>
                  <a:schemeClr val="lt1"/>
                </a:solidFill>
              </a:defRPr>
            </a:lvl7pPr>
            <a:lvl8pPr indent="-330200" lvl="7" marL="3657600" algn="l">
              <a:lnSpc>
                <a:spcPct val="115000"/>
              </a:lnSpc>
              <a:spcBef>
                <a:spcPts val="2100"/>
              </a:spcBef>
              <a:spcAft>
                <a:spcPts val="0"/>
              </a:spcAft>
              <a:buClr>
                <a:schemeClr val="lt1"/>
              </a:buClr>
              <a:buSzPts val="1600"/>
              <a:buChar char="○"/>
              <a:defRPr sz="1600">
                <a:solidFill>
                  <a:schemeClr val="lt1"/>
                </a:solidFill>
              </a:defRPr>
            </a:lvl8pPr>
            <a:lvl9pPr indent="-330200" lvl="8" marL="4114800" algn="l">
              <a:lnSpc>
                <a:spcPct val="115000"/>
              </a:lnSpc>
              <a:spcBef>
                <a:spcPts val="2100"/>
              </a:spcBef>
              <a:spcAft>
                <a:spcPts val="2100"/>
              </a:spcAft>
              <a:buClr>
                <a:schemeClr val="lt1"/>
              </a:buClr>
              <a:buSzPts val="1600"/>
              <a:buChar char="■"/>
              <a:defRPr sz="1600">
                <a:solidFill>
                  <a:schemeClr val="lt1"/>
                </a:solidFill>
              </a:defRPr>
            </a:lvl9pPr>
          </a:lstStyle>
          <a:p/>
        </p:txBody>
      </p:sp>
      <p:sp>
        <p:nvSpPr>
          <p:cNvPr id="119" name="Google Shape;119;g3ef0f933b3b_0_343"/>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1944">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py/Paste Master Elements to Edit">
  <p:cSld name="ONE_COLUMN_TEXT_2_1_1_1_1">
    <p:spTree>
      <p:nvGrpSpPr>
        <p:cNvPr id="120" name="Shape 120"/>
        <p:cNvGrpSpPr/>
        <p:nvPr/>
      </p:nvGrpSpPr>
      <p:grpSpPr>
        <a:xfrm>
          <a:off x="0" y="0"/>
          <a:ext cx="0" cy="0"/>
          <a:chOff x="0" y="0"/>
          <a:chExt cx="0" cy="0"/>
        </a:xfrm>
      </p:grpSpPr>
      <p:pic>
        <p:nvPicPr>
          <p:cNvPr id="121" name="Google Shape;121;g3ef0f933b3b_0_349"/>
          <p:cNvPicPr preferRelativeResize="0"/>
          <p:nvPr/>
        </p:nvPicPr>
        <p:blipFill rotWithShape="1">
          <a:blip r:embed="rId2">
            <a:alphaModFix/>
          </a:blip>
          <a:srcRect b="0" l="21874" r="21880" t="0"/>
          <a:stretch/>
        </p:blipFill>
        <p:spPr>
          <a:xfrm>
            <a:off x="4343600" y="0"/>
            <a:ext cx="4800600" cy="6400801"/>
          </a:xfrm>
          <a:prstGeom prst="rect">
            <a:avLst/>
          </a:prstGeom>
          <a:noFill/>
          <a:ln>
            <a:noFill/>
          </a:ln>
        </p:spPr>
      </p:pic>
      <p:sp>
        <p:nvSpPr>
          <p:cNvPr id="122" name="Google Shape;122;g3ef0f933b3b_0_349"/>
          <p:cNvSpPr/>
          <p:nvPr/>
        </p:nvSpPr>
        <p:spPr>
          <a:xfrm>
            <a:off x="-1515875" y="-2440067"/>
            <a:ext cx="8458200" cy="11277600"/>
          </a:xfrm>
          <a:prstGeom prst="ellipse">
            <a:avLst/>
          </a:prstGeom>
          <a:solidFill>
            <a:srgbClr val="0D5C91"/>
          </a:solidFill>
          <a:ln cap="flat" cmpd="sng" w="38100">
            <a:solidFill>
              <a:schemeClr val="accent5"/>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23" name="Google Shape;123;g3ef0f933b3b_0_349"/>
          <p:cNvSpPr txBox="1"/>
          <p:nvPr>
            <p:ph type="title"/>
          </p:nvPr>
        </p:nvSpPr>
        <p:spPr>
          <a:xfrm>
            <a:off x="407175" y="753400"/>
            <a:ext cx="56508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4" name="Google Shape;124;g3ef0f933b3b_0_349"/>
          <p:cNvSpPr txBox="1"/>
          <p:nvPr>
            <p:ph idx="1" type="body"/>
          </p:nvPr>
        </p:nvSpPr>
        <p:spPr>
          <a:xfrm>
            <a:off x="407175" y="1865400"/>
            <a:ext cx="56508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Clr>
                <a:schemeClr val="lt1"/>
              </a:buClr>
              <a:buSzPts val="1600"/>
              <a:buChar char="●"/>
              <a:defRPr sz="1600">
                <a:solidFill>
                  <a:schemeClr val="lt1"/>
                </a:solidFill>
              </a:defRPr>
            </a:lvl1pPr>
            <a:lvl2pPr indent="-330200" lvl="1" marL="914400" algn="l">
              <a:lnSpc>
                <a:spcPct val="115000"/>
              </a:lnSpc>
              <a:spcBef>
                <a:spcPts val="2100"/>
              </a:spcBef>
              <a:spcAft>
                <a:spcPts val="0"/>
              </a:spcAft>
              <a:buClr>
                <a:schemeClr val="lt1"/>
              </a:buClr>
              <a:buSzPts val="1600"/>
              <a:buChar char="○"/>
              <a:defRPr sz="1600">
                <a:solidFill>
                  <a:schemeClr val="lt1"/>
                </a:solidFill>
              </a:defRPr>
            </a:lvl2pPr>
            <a:lvl3pPr indent="-330200" lvl="2" marL="1371600" algn="l">
              <a:lnSpc>
                <a:spcPct val="115000"/>
              </a:lnSpc>
              <a:spcBef>
                <a:spcPts val="2100"/>
              </a:spcBef>
              <a:spcAft>
                <a:spcPts val="0"/>
              </a:spcAft>
              <a:buClr>
                <a:schemeClr val="lt1"/>
              </a:buClr>
              <a:buSzPts val="1600"/>
              <a:buChar char="■"/>
              <a:defRPr sz="1600">
                <a:solidFill>
                  <a:schemeClr val="lt1"/>
                </a:solidFill>
              </a:defRPr>
            </a:lvl3pPr>
            <a:lvl4pPr indent="-330200" lvl="3" marL="1828800" algn="l">
              <a:lnSpc>
                <a:spcPct val="115000"/>
              </a:lnSpc>
              <a:spcBef>
                <a:spcPts val="2100"/>
              </a:spcBef>
              <a:spcAft>
                <a:spcPts val="0"/>
              </a:spcAft>
              <a:buClr>
                <a:schemeClr val="lt1"/>
              </a:buClr>
              <a:buSzPts val="1600"/>
              <a:buChar char="●"/>
              <a:defRPr sz="1600">
                <a:solidFill>
                  <a:schemeClr val="lt1"/>
                </a:solidFill>
              </a:defRPr>
            </a:lvl4pPr>
            <a:lvl5pPr indent="-330200" lvl="4" marL="2286000" algn="l">
              <a:lnSpc>
                <a:spcPct val="115000"/>
              </a:lnSpc>
              <a:spcBef>
                <a:spcPts val="2100"/>
              </a:spcBef>
              <a:spcAft>
                <a:spcPts val="0"/>
              </a:spcAft>
              <a:buClr>
                <a:schemeClr val="lt1"/>
              </a:buClr>
              <a:buSzPts val="1600"/>
              <a:buChar char="○"/>
              <a:defRPr sz="1600">
                <a:solidFill>
                  <a:schemeClr val="lt1"/>
                </a:solidFill>
              </a:defRPr>
            </a:lvl5pPr>
            <a:lvl6pPr indent="-330200" lvl="5" marL="2743200" algn="l">
              <a:lnSpc>
                <a:spcPct val="115000"/>
              </a:lnSpc>
              <a:spcBef>
                <a:spcPts val="2100"/>
              </a:spcBef>
              <a:spcAft>
                <a:spcPts val="0"/>
              </a:spcAft>
              <a:buClr>
                <a:schemeClr val="lt1"/>
              </a:buClr>
              <a:buSzPts val="1600"/>
              <a:buChar char="■"/>
              <a:defRPr sz="1600">
                <a:solidFill>
                  <a:schemeClr val="lt1"/>
                </a:solidFill>
              </a:defRPr>
            </a:lvl6pPr>
            <a:lvl7pPr indent="-330200" lvl="6" marL="3200400" algn="l">
              <a:lnSpc>
                <a:spcPct val="115000"/>
              </a:lnSpc>
              <a:spcBef>
                <a:spcPts val="2100"/>
              </a:spcBef>
              <a:spcAft>
                <a:spcPts val="0"/>
              </a:spcAft>
              <a:buClr>
                <a:schemeClr val="lt1"/>
              </a:buClr>
              <a:buSzPts val="1600"/>
              <a:buChar char="●"/>
              <a:defRPr sz="1600">
                <a:solidFill>
                  <a:schemeClr val="lt1"/>
                </a:solidFill>
              </a:defRPr>
            </a:lvl7pPr>
            <a:lvl8pPr indent="-330200" lvl="7" marL="3657600" algn="l">
              <a:lnSpc>
                <a:spcPct val="115000"/>
              </a:lnSpc>
              <a:spcBef>
                <a:spcPts val="2100"/>
              </a:spcBef>
              <a:spcAft>
                <a:spcPts val="0"/>
              </a:spcAft>
              <a:buClr>
                <a:schemeClr val="lt1"/>
              </a:buClr>
              <a:buSzPts val="1600"/>
              <a:buChar char="○"/>
              <a:defRPr sz="1600">
                <a:solidFill>
                  <a:schemeClr val="lt1"/>
                </a:solidFill>
              </a:defRPr>
            </a:lvl8pPr>
            <a:lvl9pPr indent="-330200" lvl="8" marL="4114800" algn="l">
              <a:lnSpc>
                <a:spcPct val="115000"/>
              </a:lnSpc>
              <a:spcBef>
                <a:spcPts val="2100"/>
              </a:spcBef>
              <a:spcAft>
                <a:spcPts val="2100"/>
              </a:spcAft>
              <a:buClr>
                <a:schemeClr val="lt1"/>
              </a:buClr>
              <a:buSzPts val="1600"/>
              <a:buChar char="■"/>
              <a:defRPr sz="1600">
                <a:solidFill>
                  <a:schemeClr val="lt1"/>
                </a:solidFill>
              </a:defRPr>
            </a:lvl9pPr>
          </a:lstStyle>
          <a:p/>
        </p:txBody>
      </p:sp>
      <p:sp>
        <p:nvSpPr>
          <p:cNvPr id="125" name="Google Shape;125;g3ef0f933b3b_0_349"/>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26" name="Google Shape;126;g3ef0f933b3b_0_349"/>
          <p:cNvPicPr preferRelativeResize="0"/>
          <p:nvPr/>
        </p:nvPicPr>
        <p:blipFill rotWithShape="1">
          <a:blip r:embed="rId3">
            <a:alphaModFix/>
          </a:blip>
          <a:srcRect b="199" l="0" r="0" t="189"/>
          <a:stretch/>
        </p:blipFill>
        <p:spPr>
          <a:xfrm>
            <a:off x="367050" y="6400799"/>
            <a:ext cx="1318910" cy="342900"/>
          </a:xfrm>
          <a:prstGeom prst="rect">
            <a:avLst/>
          </a:prstGeom>
          <a:noFill/>
          <a:ln>
            <a:noFill/>
          </a:ln>
        </p:spPr>
      </p:pic>
    </p:spTree>
  </p:cSld>
  <p:clrMapOvr>
    <a:masterClrMapping/>
  </p:clrMapOvr>
  <p:extLst>
    <p:ext uri="{DCECCB84-F9BA-43D5-87BE-67443E8EF086}">
      <p15:sldGuideLst>
        <p15:guide id="1" pos="1944">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Copy/Paste Master Image to Edit">
  <p:cSld name="ONE_COLUMN_TEXT_2_1_1_1_1_1_1">
    <p:spTree>
      <p:nvGrpSpPr>
        <p:cNvPr id="127" name="Shape 127"/>
        <p:cNvGrpSpPr/>
        <p:nvPr/>
      </p:nvGrpSpPr>
      <p:grpSpPr>
        <a:xfrm>
          <a:off x="0" y="0"/>
          <a:ext cx="0" cy="0"/>
          <a:chOff x="0" y="0"/>
          <a:chExt cx="0" cy="0"/>
        </a:xfrm>
      </p:grpSpPr>
      <p:sp>
        <p:nvSpPr>
          <p:cNvPr id="128" name="Google Shape;128;g3ef0f933b3b_0_356"/>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29" name="Google Shape;129;g3ef0f933b3b_0_356"/>
          <p:cNvPicPr preferRelativeResize="0"/>
          <p:nvPr/>
        </p:nvPicPr>
        <p:blipFill rotWithShape="1">
          <a:blip r:embed="rId2">
            <a:alphaModFix/>
          </a:blip>
          <a:srcRect b="-13930" l="21874" r="21880" t="13930"/>
          <a:stretch/>
        </p:blipFill>
        <p:spPr>
          <a:xfrm>
            <a:off x="2286000" y="-2438400"/>
            <a:ext cx="8458200" cy="8458200"/>
          </a:xfrm>
          <a:prstGeom prst="ellipse">
            <a:avLst/>
          </a:prstGeom>
          <a:noFill/>
          <a:ln cap="flat" cmpd="sng" w="38100">
            <a:solidFill>
              <a:srgbClr val="0D5C91"/>
            </a:solidFill>
            <a:prstDash val="solid"/>
            <a:round/>
            <a:headEnd len="sm" w="sm" type="none"/>
            <a:tailEnd len="sm" w="sm" type="none"/>
          </a:ln>
        </p:spPr>
      </p:pic>
      <p:sp>
        <p:nvSpPr>
          <p:cNvPr id="130" name="Google Shape;130;g3ef0f933b3b_0_356"/>
          <p:cNvSpPr txBox="1"/>
          <p:nvPr>
            <p:ph type="title"/>
          </p:nvPr>
        </p:nvSpPr>
        <p:spPr>
          <a:xfrm>
            <a:off x="407175" y="2338400"/>
            <a:ext cx="1644600" cy="21813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dk2"/>
              </a:buClr>
              <a:buSzPts val="3200"/>
              <a:buNone/>
              <a:defRPr sz="3200">
                <a:solidFill>
                  <a:schemeClr val="dk2"/>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Tree>
  </p:cSld>
  <p:clrMapOvr>
    <a:masterClrMapping/>
  </p:clrMapOvr>
  <p:extLst>
    <p:ext uri="{DCECCB84-F9BA-43D5-87BE-67443E8EF086}">
      <p15:sldGuideLst>
        <p15:guide id="1" pos="1944">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
  <p:cSld name="ONE_COLUMN_TEXT_1">
    <p:spTree>
      <p:nvGrpSpPr>
        <p:cNvPr id="131" name="Shape 131"/>
        <p:cNvGrpSpPr/>
        <p:nvPr/>
      </p:nvGrpSpPr>
      <p:grpSpPr>
        <a:xfrm>
          <a:off x="0" y="0"/>
          <a:ext cx="0" cy="0"/>
          <a:chOff x="0" y="0"/>
          <a:chExt cx="0" cy="0"/>
        </a:xfrm>
      </p:grpSpPr>
      <p:sp>
        <p:nvSpPr>
          <p:cNvPr id="132" name="Google Shape;132;g3ef0f933b3b_0_360"/>
          <p:cNvSpPr/>
          <p:nvPr/>
        </p:nvSpPr>
        <p:spPr>
          <a:xfrm>
            <a:off x="25" y="0"/>
            <a:ext cx="3207000" cy="64008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3" name="Google Shape;133;g3ef0f933b3b_0_360"/>
          <p:cNvSpPr txBox="1"/>
          <p:nvPr>
            <p:ph type="title"/>
          </p:nvPr>
        </p:nvSpPr>
        <p:spPr>
          <a:xfrm>
            <a:off x="311700" y="740800"/>
            <a:ext cx="2808000" cy="1007700"/>
          </a:xfrm>
          <a:prstGeom prst="rect">
            <a:avLst/>
          </a:prstGeom>
          <a:noFill/>
          <a:ln>
            <a:noFill/>
          </a:ln>
        </p:spPr>
        <p:txBody>
          <a:bodyPr anchorCtr="0" anchor="b" bIns="121875" lIns="121875" spcFirstLastPara="1" rIns="121875" wrap="square" tIns="121875">
            <a:no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34" name="Google Shape;134;g3ef0f933b3b_0_360"/>
          <p:cNvSpPr txBox="1"/>
          <p:nvPr>
            <p:ph idx="1" type="body"/>
          </p:nvPr>
        </p:nvSpPr>
        <p:spPr>
          <a:xfrm>
            <a:off x="311700" y="1852800"/>
            <a:ext cx="2808000" cy="4239300"/>
          </a:xfrm>
          <a:prstGeom prst="rect">
            <a:avLst/>
          </a:prstGeom>
          <a:noFill/>
          <a:ln>
            <a:noFill/>
          </a:ln>
        </p:spPr>
        <p:txBody>
          <a:bodyPr anchorCtr="0" anchor="t" bIns="121875" lIns="121875" spcFirstLastPara="1" rIns="121875" wrap="square" tIns="121875">
            <a:noAutofit/>
          </a:bodyPr>
          <a:lstStyle>
            <a:lvl1pPr indent="-330200" lvl="0" marL="457200" algn="l">
              <a:lnSpc>
                <a:spcPct val="115000"/>
              </a:lnSpc>
              <a:spcBef>
                <a:spcPts val="0"/>
              </a:spcBef>
              <a:spcAft>
                <a:spcPts val="0"/>
              </a:spcAft>
              <a:buClr>
                <a:schemeClr val="lt1"/>
              </a:buClr>
              <a:buSzPts val="1600"/>
              <a:buChar char="●"/>
              <a:defRPr sz="1600">
                <a:solidFill>
                  <a:schemeClr val="lt1"/>
                </a:solidFill>
              </a:defRPr>
            </a:lvl1pPr>
            <a:lvl2pPr indent="-330200" lvl="1" marL="914400" algn="l">
              <a:lnSpc>
                <a:spcPct val="115000"/>
              </a:lnSpc>
              <a:spcBef>
                <a:spcPts val="2100"/>
              </a:spcBef>
              <a:spcAft>
                <a:spcPts val="0"/>
              </a:spcAft>
              <a:buClr>
                <a:schemeClr val="lt1"/>
              </a:buClr>
              <a:buSzPts val="1600"/>
              <a:buChar char="○"/>
              <a:defRPr sz="1600">
                <a:solidFill>
                  <a:schemeClr val="lt1"/>
                </a:solidFill>
              </a:defRPr>
            </a:lvl2pPr>
            <a:lvl3pPr indent="-330200" lvl="2" marL="1371600" algn="l">
              <a:lnSpc>
                <a:spcPct val="115000"/>
              </a:lnSpc>
              <a:spcBef>
                <a:spcPts val="2100"/>
              </a:spcBef>
              <a:spcAft>
                <a:spcPts val="0"/>
              </a:spcAft>
              <a:buClr>
                <a:schemeClr val="lt1"/>
              </a:buClr>
              <a:buSzPts val="1600"/>
              <a:buChar char="■"/>
              <a:defRPr sz="1600">
                <a:solidFill>
                  <a:schemeClr val="lt1"/>
                </a:solidFill>
              </a:defRPr>
            </a:lvl3pPr>
            <a:lvl4pPr indent="-330200" lvl="3" marL="1828800" algn="l">
              <a:lnSpc>
                <a:spcPct val="115000"/>
              </a:lnSpc>
              <a:spcBef>
                <a:spcPts val="2100"/>
              </a:spcBef>
              <a:spcAft>
                <a:spcPts val="0"/>
              </a:spcAft>
              <a:buClr>
                <a:schemeClr val="lt1"/>
              </a:buClr>
              <a:buSzPts val="1600"/>
              <a:buChar char="●"/>
              <a:defRPr sz="1600">
                <a:solidFill>
                  <a:schemeClr val="lt1"/>
                </a:solidFill>
              </a:defRPr>
            </a:lvl4pPr>
            <a:lvl5pPr indent="-330200" lvl="4" marL="2286000" algn="l">
              <a:lnSpc>
                <a:spcPct val="115000"/>
              </a:lnSpc>
              <a:spcBef>
                <a:spcPts val="2100"/>
              </a:spcBef>
              <a:spcAft>
                <a:spcPts val="0"/>
              </a:spcAft>
              <a:buClr>
                <a:schemeClr val="lt1"/>
              </a:buClr>
              <a:buSzPts val="1600"/>
              <a:buChar char="○"/>
              <a:defRPr sz="1600">
                <a:solidFill>
                  <a:schemeClr val="lt1"/>
                </a:solidFill>
              </a:defRPr>
            </a:lvl5pPr>
            <a:lvl6pPr indent="-330200" lvl="5" marL="2743200" algn="l">
              <a:lnSpc>
                <a:spcPct val="115000"/>
              </a:lnSpc>
              <a:spcBef>
                <a:spcPts val="2100"/>
              </a:spcBef>
              <a:spcAft>
                <a:spcPts val="0"/>
              </a:spcAft>
              <a:buClr>
                <a:schemeClr val="lt1"/>
              </a:buClr>
              <a:buSzPts val="1600"/>
              <a:buChar char="■"/>
              <a:defRPr sz="1600">
                <a:solidFill>
                  <a:schemeClr val="lt1"/>
                </a:solidFill>
              </a:defRPr>
            </a:lvl6pPr>
            <a:lvl7pPr indent="-330200" lvl="6" marL="3200400" algn="l">
              <a:lnSpc>
                <a:spcPct val="115000"/>
              </a:lnSpc>
              <a:spcBef>
                <a:spcPts val="2100"/>
              </a:spcBef>
              <a:spcAft>
                <a:spcPts val="0"/>
              </a:spcAft>
              <a:buClr>
                <a:schemeClr val="lt1"/>
              </a:buClr>
              <a:buSzPts val="1600"/>
              <a:buChar char="●"/>
              <a:defRPr sz="1600">
                <a:solidFill>
                  <a:schemeClr val="lt1"/>
                </a:solidFill>
              </a:defRPr>
            </a:lvl7pPr>
            <a:lvl8pPr indent="-330200" lvl="7" marL="3657600" algn="l">
              <a:lnSpc>
                <a:spcPct val="115000"/>
              </a:lnSpc>
              <a:spcBef>
                <a:spcPts val="2100"/>
              </a:spcBef>
              <a:spcAft>
                <a:spcPts val="0"/>
              </a:spcAft>
              <a:buClr>
                <a:schemeClr val="lt1"/>
              </a:buClr>
              <a:buSzPts val="1600"/>
              <a:buChar char="○"/>
              <a:defRPr sz="1600">
                <a:solidFill>
                  <a:schemeClr val="lt1"/>
                </a:solidFill>
              </a:defRPr>
            </a:lvl8pPr>
            <a:lvl9pPr indent="-330200" lvl="8" marL="4114800" algn="l">
              <a:lnSpc>
                <a:spcPct val="115000"/>
              </a:lnSpc>
              <a:spcBef>
                <a:spcPts val="2100"/>
              </a:spcBef>
              <a:spcAft>
                <a:spcPts val="2100"/>
              </a:spcAft>
              <a:buClr>
                <a:schemeClr val="lt1"/>
              </a:buClr>
              <a:buSzPts val="1600"/>
              <a:buChar char="■"/>
              <a:defRPr sz="1600">
                <a:solidFill>
                  <a:schemeClr val="lt1"/>
                </a:solidFill>
              </a:defRPr>
            </a:lvl9pPr>
          </a:lstStyle>
          <a:p/>
        </p:txBody>
      </p:sp>
      <p:sp>
        <p:nvSpPr>
          <p:cNvPr id="135" name="Google Shape;135;g3ef0f933b3b_0_360"/>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sp>
        <p:nvSpPr>
          <p:cNvPr id="137" name="Google Shape;137;g3ef0f933b3b_0_365"/>
          <p:cNvSpPr/>
          <p:nvPr/>
        </p:nvSpPr>
        <p:spPr>
          <a:xfrm>
            <a:off x="4572000" y="-167"/>
            <a:ext cx="4572000" cy="64008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8" name="Google Shape;138;g3ef0f933b3b_0_365"/>
          <p:cNvSpPr txBox="1"/>
          <p:nvPr>
            <p:ph type="title"/>
          </p:nvPr>
        </p:nvSpPr>
        <p:spPr>
          <a:xfrm>
            <a:off x="265500" y="1644233"/>
            <a:ext cx="4045200" cy="19764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rgbClr val="595959"/>
              </a:buClr>
              <a:buSzPts val="5600"/>
              <a:buNone/>
              <a:defRPr sz="5600">
                <a:solidFill>
                  <a:srgbClr val="595959"/>
                </a:solidFill>
              </a:defRPr>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9" name="Google Shape;139;g3ef0f933b3b_0_365"/>
          <p:cNvSpPr txBox="1"/>
          <p:nvPr>
            <p:ph idx="1" type="subTitle"/>
          </p:nvPr>
        </p:nvSpPr>
        <p:spPr>
          <a:xfrm>
            <a:off x="265500" y="3737433"/>
            <a:ext cx="4045200" cy="1646700"/>
          </a:xfrm>
          <a:prstGeom prst="rect">
            <a:avLst/>
          </a:prstGeom>
          <a:noFill/>
          <a:ln>
            <a:noFill/>
          </a:ln>
        </p:spPr>
        <p:txBody>
          <a:bodyPr anchorCtr="0" anchor="t" bIns="121875" lIns="121875" spcFirstLastPara="1" rIns="121875" wrap="square" tIns="12187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0" name="Google Shape;140;g3ef0f933b3b_0_365"/>
          <p:cNvSpPr txBox="1"/>
          <p:nvPr>
            <p:ph idx="2" type="body"/>
          </p:nvPr>
        </p:nvSpPr>
        <p:spPr>
          <a:xfrm>
            <a:off x="4939500" y="965433"/>
            <a:ext cx="3837000" cy="4926900"/>
          </a:xfrm>
          <a:prstGeom prst="rect">
            <a:avLst/>
          </a:prstGeom>
          <a:noFill/>
          <a:ln>
            <a:noFill/>
          </a:ln>
        </p:spPr>
        <p:txBody>
          <a:bodyPr anchorCtr="0" anchor="ctr" bIns="121875" lIns="121875" spcFirstLastPara="1" rIns="121875" wrap="square" tIns="121875">
            <a:noAutofit/>
          </a:bodyPr>
          <a:lstStyle>
            <a:lvl1pPr indent="-381000" lvl="0" marL="457200" algn="l">
              <a:lnSpc>
                <a:spcPct val="115000"/>
              </a:lnSpc>
              <a:spcBef>
                <a:spcPts val="0"/>
              </a:spcBef>
              <a:spcAft>
                <a:spcPts val="0"/>
              </a:spcAft>
              <a:buClr>
                <a:srgbClr val="FFFFFF"/>
              </a:buClr>
              <a:buSzPts val="2400"/>
              <a:buChar char="●"/>
              <a:defRPr>
                <a:solidFill>
                  <a:srgbClr val="FFFFFF"/>
                </a:solidFill>
              </a:defRPr>
            </a:lvl1pPr>
            <a:lvl2pPr indent="-349250" lvl="1" marL="914400" algn="l">
              <a:lnSpc>
                <a:spcPct val="115000"/>
              </a:lnSpc>
              <a:spcBef>
                <a:spcPts val="2100"/>
              </a:spcBef>
              <a:spcAft>
                <a:spcPts val="0"/>
              </a:spcAft>
              <a:buClr>
                <a:srgbClr val="FFFFFF"/>
              </a:buClr>
              <a:buSzPts val="1900"/>
              <a:buChar char="○"/>
              <a:defRPr>
                <a:solidFill>
                  <a:srgbClr val="FFFFFF"/>
                </a:solidFill>
              </a:defRPr>
            </a:lvl2pPr>
            <a:lvl3pPr indent="-349250" lvl="2" marL="1371600" algn="l">
              <a:lnSpc>
                <a:spcPct val="115000"/>
              </a:lnSpc>
              <a:spcBef>
                <a:spcPts val="2100"/>
              </a:spcBef>
              <a:spcAft>
                <a:spcPts val="0"/>
              </a:spcAft>
              <a:buClr>
                <a:srgbClr val="FFFFFF"/>
              </a:buClr>
              <a:buSzPts val="1900"/>
              <a:buChar char="■"/>
              <a:defRPr>
                <a:solidFill>
                  <a:srgbClr val="FFFFFF"/>
                </a:solidFill>
              </a:defRPr>
            </a:lvl3pPr>
            <a:lvl4pPr indent="-349250" lvl="3" marL="1828800" algn="l">
              <a:lnSpc>
                <a:spcPct val="115000"/>
              </a:lnSpc>
              <a:spcBef>
                <a:spcPts val="2100"/>
              </a:spcBef>
              <a:spcAft>
                <a:spcPts val="0"/>
              </a:spcAft>
              <a:buClr>
                <a:srgbClr val="FFFFFF"/>
              </a:buClr>
              <a:buSzPts val="1900"/>
              <a:buChar char="●"/>
              <a:defRPr>
                <a:solidFill>
                  <a:srgbClr val="FFFFFF"/>
                </a:solidFill>
              </a:defRPr>
            </a:lvl4pPr>
            <a:lvl5pPr indent="-349250" lvl="4" marL="2286000" algn="l">
              <a:lnSpc>
                <a:spcPct val="115000"/>
              </a:lnSpc>
              <a:spcBef>
                <a:spcPts val="2100"/>
              </a:spcBef>
              <a:spcAft>
                <a:spcPts val="0"/>
              </a:spcAft>
              <a:buClr>
                <a:srgbClr val="FFFFFF"/>
              </a:buClr>
              <a:buSzPts val="1900"/>
              <a:buChar char="○"/>
              <a:defRPr>
                <a:solidFill>
                  <a:srgbClr val="FFFFFF"/>
                </a:solidFill>
              </a:defRPr>
            </a:lvl5pPr>
            <a:lvl6pPr indent="-349250" lvl="5" marL="2743200" algn="l">
              <a:lnSpc>
                <a:spcPct val="115000"/>
              </a:lnSpc>
              <a:spcBef>
                <a:spcPts val="2100"/>
              </a:spcBef>
              <a:spcAft>
                <a:spcPts val="0"/>
              </a:spcAft>
              <a:buClr>
                <a:srgbClr val="FFFFFF"/>
              </a:buClr>
              <a:buSzPts val="1900"/>
              <a:buChar char="■"/>
              <a:defRPr>
                <a:solidFill>
                  <a:srgbClr val="FFFFFF"/>
                </a:solidFill>
              </a:defRPr>
            </a:lvl6pPr>
            <a:lvl7pPr indent="-349250" lvl="6" marL="3200400" algn="l">
              <a:lnSpc>
                <a:spcPct val="115000"/>
              </a:lnSpc>
              <a:spcBef>
                <a:spcPts val="2100"/>
              </a:spcBef>
              <a:spcAft>
                <a:spcPts val="0"/>
              </a:spcAft>
              <a:buClr>
                <a:srgbClr val="FFFFFF"/>
              </a:buClr>
              <a:buSzPts val="1900"/>
              <a:buChar char="●"/>
              <a:defRPr>
                <a:solidFill>
                  <a:srgbClr val="FFFFFF"/>
                </a:solidFill>
              </a:defRPr>
            </a:lvl7pPr>
            <a:lvl8pPr indent="-349250" lvl="7" marL="3657600" algn="l">
              <a:lnSpc>
                <a:spcPct val="115000"/>
              </a:lnSpc>
              <a:spcBef>
                <a:spcPts val="2100"/>
              </a:spcBef>
              <a:spcAft>
                <a:spcPts val="0"/>
              </a:spcAft>
              <a:buClr>
                <a:srgbClr val="FFFFFF"/>
              </a:buClr>
              <a:buSzPts val="1900"/>
              <a:buChar char="○"/>
              <a:defRPr>
                <a:solidFill>
                  <a:srgbClr val="FFFFFF"/>
                </a:solidFill>
              </a:defRPr>
            </a:lvl8pPr>
            <a:lvl9pPr indent="-349250" lvl="8" marL="4114800" algn="l">
              <a:lnSpc>
                <a:spcPct val="115000"/>
              </a:lnSpc>
              <a:spcBef>
                <a:spcPts val="2100"/>
              </a:spcBef>
              <a:spcAft>
                <a:spcPts val="2100"/>
              </a:spcAft>
              <a:buClr>
                <a:srgbClr val="FFFFFF"/>
              </a:buClr>
              <a:buSzPts val="1900"/>
              <a:buChar char="■"/>
              <a:defRPr>
                <a:solidFill>
                  <a:srgbClr val="FFFFFF"/>
                </a:solidFill>
              </a:defRPr>
            </a:lvl9pPr>
          </a:lstStyle>
          <a:p/>
        </p:txBody>
      </p:sp>
      <p:sp>
        <p:nvSpPr>
          <p:cNvPr id="141" name="Google Shape;141;g3ef0f933b3b_0_365"/>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2" name="Shape 142"/>
        <p:cNvGrpSpPr/>
        <p:nvPr/>
      </p:nvGrpSpPr>
      <p:grpSpPr>
        <a:xfrm>
          <a:off x="0" y="0"/>
          <a:ext cx="0" cy="0"/>
          <a:chOff x="0" y="0"/>
          <a:chExt cx="0" cy="0"/>
        </a:xfrm>
      </p:grpSpPr>
      <p:sp>
        <p:nvSpPr>
          <p:cNvPr id="143" name="Google Shape;143;g3ef0f933b3b_0_371"/>
          <p:cNvSpPr txBox="1"/>
          <p:nvPr>
            <p:ph idx="1" type="body"/>
          </p:nvPr>
        </p:nvSpPr>
        <p:spPr>
          <a:xfrm>
            <a:off x="311700" y="5640767"/>
            <a:ext cx="5998800" cy="806700"/>
          </a:xfrm>
          <a:prstGeom prst="rect">
            <a:avLst/>
          </a:prstGeom>
          <a:noFill/>
          <a:ln>
            <a:noFill/>
          </a:ln>
        </p:spPr>
        <p:txBody>
          <a:bodyPr anchorCtr="0" anchor="ctr" bIns="121875" lIns="121875" spcFirstLastPara="1" rIns="121875" wrap="square" tIns="121875">
            <a:noAutofit/>
          </a:bodyPr>
          <a:lstStyle>
            <a:lvl1pPr indent="-228600" lvl="0" marL="457200" algn="l">
              <a:lnSpc>
                <a:spcPct val="100000"/>
              </a:lnSpc>
              <a:spcBef>
                <a:spcPts val="0"/>
              </a:spcBef>
              <a:spcAft>
                <a:spcPts val="0"/>
              </a:spcAft>
              <a:buSzPts val="2400"/>
              <a:buNone/>
              <a:defRPr/>
            </a:lvl1pPr>
          </a:lstStyle>
          <a:p/>
        </p:txBody>
      </p:sp>
      <p:sp>
        <p:nvSpPr>
          <p:cNvPr id="144" name="Google Shape;144;g3ef0f933b3b_0_371"/>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5" name="Shape 145"/>
        <p:cNvGrpSpPr/>
        <p:nvPr/>
      </p:nvGrpSpPr>
      <p:grpSpPr>
        <a:xfrm>
          <a:off x="0" y="0"/>
          <a:ext cx="0" cy="0"/>
          <a:chOff x="0" y="0"/>
          <a:chExt cx="0" cy="0"/>
        </a:xfrm>
      </p:grpSpPr>
      <p:sp>
        <p:nvSpPr>
          <p:cNvPr id="146" name="Google Shape;146;g3ef0f933b3b_0_374"/>
          <p:cNvSpPr txBox="1"/>
          <p:nvPr>
            <p:ph hasCustomPrompt="1" type="title"/>
          </p:nvPr>
        </p:nvSpPr>
        <p:spPr>
          <a:xfrm>
            <a:off x="311700" y="1474833"/>
            <a:ext cx="8520600" cy="2618100"/>
          </a:xfrm>
          <a:prstGeom prst="rect">
            <a:avLst/>
          </a:prstGeom>
          <a:noFill/>
          <a:ln>
            <a:noFill/>
          </a:ln>
        </p:spPr>
        <p:txBody>
          <a:bodyPr anchorCtr="0" anchor="b" bIns="121875" lIns="121875" spcFirstLastPara="1" rIns="121875" wrap="square" tIns="121875">
            <a:noAutofit/>
          </a:bodyPr>
          <a:lstStyle>
            <a:lvl1pPr lvl="0" algn="ctr">
              <a:lnSpc>
                <a:spcPct val="100000"/>
              </a:lnSpc>
              <a:spcBef>
                <a:spcPts val="0"/>
              </a:spcBef>
              <a:spcAft>
                <a:spcPts val="0"/>
              </a:spcAft>
              <a:buClr>
                <a:srgbClr val="595959"/>
              </a:buClr>
              <a:buSzPts val="16000"/>
              <a:buNone/>
              <a:defRPr sz="16000">
                <a:solidFill>
                  <a:srgbClr val="595959"/>
                </a:solidFill>
              </a:defRPr>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47" name="Google Shape;147;g3ef0f933b3b_0_374"/>
          <p:cNvSpPr txBox="1"/>
          <p:nvPr>
            <p:ph idx="1" type="body"/>
          </p:nvPr>
        </p:nvSpPr>
        <p:spPr>
          <a:xfrm>
            <a:off x="311700" y="4202967"/>
            <a:ext cx="8520600" cy="1734300"/>
          </a:xfrm>
          <a:prstGeom prst="rect">
            <a:avLst/>
          </a:prstGeom>
          <a:noFill/>
          <a:ln>
            <a:noFill/>
          </a:ln>
        </p:spPr>
        <p:txBody>
          <a:bodyPr anchorCtr="0" anchor="t" bIns="121875" lIns="121875" spcFirstLastPara="1" rIns="121875" wrap="square" tIns="121875">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48" name="Google Shape;148;g3ef0f933b3b_0_374"/>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9" name="Shape 149"/>
        <p:cNvGrpSpPr/>
        <p:nvPr/>
      </p:nvGrpSpPr>
      <p:grpSpPr>
        <a:xfrm>
          <a:off x="0" y="0"/>
          <a:ext cx="0" cy="0"/>
          <a:chOff x="0" y="0"/>
          <a:chExt cx="0" cy="0"/>
        </a:xfrm>
      </p:grpSpPr>
      <p:sp>
        <p:nvSpPr>
          <p:cNvPr id="150" name="Google Shape;150;g3ef0f933b3b_0_378"/>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2880">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2">
    <p:spTree>
      <p:nvGrpSpPr>
        <p:cNvPr id="151" name="Shape 151"/>
        <p:cNvGrpSpPr/>
        <p:nvPr/>
      </p:nvGrpSpPr>
      <p:grpSpPr>
        <a:xfrm>
          <a:off x="0" y="0"/>
          <a:ext cx="0" cy="0"/>
          <a:chOff x="0" y="0"/>
          <a:chExt cx="0" cy="0"/>
        </a:xfrm>
      </p:grpSpPr>
      <p:sp>
        <p:nvSpPr>
          <p:cNvPr id="152" name="Google Shape;152;g3ef0f933b3b_0_380"/>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3" name="Google Shape;153;g3ef0f933b3b_0_380"/>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solidFill>
                  <a:schemeClr val="dk2"/>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Tree>
  </p:cSld>
  <p:clrMapOvr>
    <a:masterClrMapping/>
  </p:clrMapOvr>
  <p:extLst>
    <p:ext uri="{DCECCB84-F9BA-43D5-87BE-67443E8EF086}">
      <p15:sldGuideLst>
        <p15:guide id="1" orient="horz" pos="2160">
          <p15:clr>
            <a:srgbClr val="FA7B17"/>
          </p15:clr>
        </p15:guide>
        <p15:guide id="2" pos="2880">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2_1">
    <p:spTree>
      <p:nvGrpSpPr>
        <p:cNvPr id="154" name="Shape 154"/>
        <p:cNvGrpSpPr/>
        <p:nvPr/>
      </p:nvGrpSpPr>
      <p:grpSpPr>
        <a:xfrm>
          <a:off x="0" y="0"/>
          <a:ext cx="0" cy="0"/>
          <a:chOff x="0" y="0"/>
          <a:chExt cx="0" cy="0"/>
        </a:xfrm>
      </p:grpSpPr>
      <p:sp>
        <p:nvSpPr>
          <p:cNvPr id="155" name="Google Shape;155;g3ef0f933b3b_0_383"/>
          <p:cNvSpPr/>
          <p:nvPr/>
        </p:nvSpPr>
        <p:spPr>
          <a:xfrm flipH="1" rot="10800000">
            <a:off x="-5475" y="-10367"/>
            <a:ext cx="9149400" cy="6409500"/>
          </a:xfrm>
          <a:prstGeom prst="rect">
            <a:avLst/>
          </a:prstGeom>
          <a:solidFill>
            <a:srgbClr val="F7D117"/>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56" name="Google Shape;156;g3ef0f933b3b_0_383"/>
          <p:cNvSpPr/>
          <p:nvPr/>
        </p:nvSpPr>
        <p:spPr>
          <a:xfrm flipH="1">
            <a:off x="-5250" y="-10467"/>
            <a:ext cx="9154500" cy="6409500"/>
          </a:xfrm>
          <a:prstGeom prst="rtTriangle">
            <a:avLst/>
          </a:prstGeom>
          <a:solidFill>
            <a:srgbClr val="00A3E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57" name="Google Shape;157;g3ef0f933b3b_0_383"/>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8" name="Google Shape;158;g3ef0f933b3b_0_383"/>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solidFill>
                  <a:schemeClr val="dk2"/>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Tree>
  </p:cSld>
  <p:clrMapOvr>
    <a:masterClrMapping/>
  </p:clrMapOvr>
  <p:extLst>
    <p:ext uri="{DCECCB84-F9BA-43D5-87BE-67443E8EF086}">
      <p15:sldGuideLst>
        <p15:guide id="1" orient="horz" pos="2160">
          <p15:clr>
            <a:srgbClr val="FA7B17"/>
          </p15:clr>
        </p15:guide>
        <p15:guide id="2" pos="2880">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1">
  <p:cSld name="BLANK_2_1_1">
    <p:spTree>
      <p:nvGrpSpPr>
        <p:cNvPr id="159" name="Shape 159"/>
        <p:cNvGrpSpPr/>
        <p:nvPr/>
      </p:nvGrpSpPr>
      <p:grpSpPr>
        <a:xfrm>
          <a:off x="0" y="0"/>
          <a:ext cx="0" cy="0"/>
          <a:chOff x="0" y="0"/>
          <a:chExt cx="0" cy="0"/>
        </a:xfrm>
      </p:grpSpPr>
      <p:sp>
        <p:nvSpPr>
          <p:cNvPr id="160" name="Google Shape;160;g3ef0f933b3b_0_388"/>
          <p:cNvSpPr/>
          <p:nvPr/>
        </p:nvSpPr>
        <p:spPr>
          <a:xfrm flipH="1" rot="10800000">
            <a:off x="-5475" y="-10367"/>
            <a:ext cx="9149400" cy="6409500"/>
          </a:xfrm>
          <a:prstGeom prst="rect">
            <a:avLst/>
          </a:prstGeom>
          <a:solidFill>
            <a:srgbClr val="00A3E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1" name="Google Shape;161;g3ef0f933b3b_0_388"/>
          <p:cNvSpPr/>
          <p:nvPr/>
        </p:nvSpPr>
        <p:spPr>
          <a:xfrm flipH="1">
            <a:off x="-5250" y="-10467"/>
            <a:ext cx="9154500" cy="6409500"/>
          </a:xfrm>
          <a:prstGeom prst="rtTriangle">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2" name="Google Shape;162;g3ef0f933b3b_0_388"/>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g3ef0f933b3b_0_388"/>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solidFill>
                  <a:srgbClr val="FFFFFF"/>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Tree>
  </p:cSld>
  <p:clrMapOvr>
    <a:masterClrMapping/>
  </p:clrMapOvr>
  <p:extLst>
    <p:ext uri="{DCECCB84-F9BA-43D5-87BE-67443E8EF086}">
      <p15:sldGuideLst>
        <p15:guide id="1" orient="horz" pos="2160">
          <p15:clr>
            <a:srgbClr val="FA7B17"/>
          </p15:clr>
        </p15:guide>
        <p15:guide id="2" pos="2880">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YI  | Color Pallet">
  <p:cSld name="BLANK_1">
    <p:spTree>
      <p:nvGrpSpPr>
        <p:cNvPr id="164" name="Shape 164"/>
        <p:cNvGrpSpPr/>
        <p:nvPr/>
      </p:nvGrpSpPr>
      <p:grpSpPr>
        <a:xfrm>
          <a:off x="0" y="0"/>
          <a:ext cx="0" cy="0"/>
          <a:chOff x="0" y="0"/>
          <a:chExt cx="0" cy="0"/>
        </a:xfrm>
      </p:grpSpPr>
      <p:sp>
        <p:nvSpPr>
          <p:cNvPr id="165" name="Google Shape;165;g3ef0f933b3b_0_393"/>
          <p:cNvSpPr/>
          <p:nvPr/>
        </p:nvSpPr>
        <p:spPr>
          <a:xfrm>
            <a:off x="162425" y="5493433"/>
            <a:ext cx="8628000" cy="716400"/>
          </a:xfrm>
          <a:prstGeom prst="rect">
            <a:avLst/>
          </a:prstGeom>
          <a:noFill/>
          <a:ln cap="flat" cmpd="sng" w="38100">
            <a:solidFill>
              <a:srgbClr val="FF0000"/>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6" name="Google Shape;166;g3ef0f933b3b_0_393"/>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g3ef0f933b3b_0_393"/>
          <p:cNvSpPr/>
          <p:nvPr/>
        </p:nvSpPr>
        <p:spPr>
          <a:xfrm>
            <a:off x="803525" y="968000"/>
            <a:ext cx="548700" cy="7317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8" name="Google Shape;168;g3ef0f933b3b_0_393"/>
          <p:cNvSpPr/>
          <p:nvPr/>
        </p:nvSpPr>
        <p:spPr>
          <a:xfrm>
            <a:off x="803525" y="1843100"/>
            <a:ext cx="548700" cy="731700"/>
          </a:xfrm>
          <a:prstGeom prst="rect">
            <a:avLst/>
          </a:prstGeom>
          <a:solidFill>
            <a:srgbClr val="F7D117"/>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9" name="Google Shape;169;g3ef0f933b3b_0_393"/>
          <p:cNvSpPr/>
          <p:nvPr/>
        </p:nvSpPr>
        <p:spPr>
          <a:xfrm>
            <a:off x="2082125" y="968000"/>
            <a:ext cx="548700" cy="731700"/>
          </a:xfrm>
          <a:prstGeom prst="rect">
            <a:avLst/>
          </a:prstGeom>
          <a:solidFill>
            <a:srgbClr val="562E5E"/>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0" name="Google Shape;170;g3ef0f933b3b_0_393"/>
          <p:cNvSpPr/>
          <p:nvPr/>
        </p:nvSpPr>
        <p:spPr>
          <a:xfrm>
            <a:off x="2082125" y="1843100"/>
            <a:ext cx="548700" cy="731700"/>
          </a:xfrm>
          <a:prstGeom prst="rect">
            <a:avLst/>
          </a:prstGeom>
          <a:solidFill>
            <a:srgbClr val="D42E12"/>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1" name="Google Shape;171;g3ef0f933b3b_0_393"/>
          <p:cNvSpPr/>
          <p:nvPr/>
        </p:nvSpPr>
        <p:spPr>
          <a:xfrm>
            <a:off x="3514650" y="968000"/>
            <a:ext cx="548700" cy="731700"/>
          </a:xfrm>
          <a:prstGeom prst="rect">
            <a:avLst/>
          </a:prstGeom>
          <a:solidFill>
            <a:srgbClr val="A10082"/>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2" name="Google Shape;172;g3ef0f933b3b_0_393"/>
          <p:cNvSpPr/>
          <p:nvPr/>
        </p:nvSpPr>
        <p:spPr>
          <a:xfrm>
            <a:off x="3514650" y="1843100"/>
            <a:ext cx="548700" cy="731700"/>
          </a:xfrm>
          <a:prstGeom prst="rect">
            <a:avLst/>
          </a:prstGeom>
          <a:solidFill>
            <a:srgbClr val="E9830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3" name="Google Shape;173;g3ef0f933b3b_0_393"/>
          <p:cNvSpPr/>
          <p:nvPr/>
        </p:nvSpPr>
        <p:spPr>
          <a:xfrm>
            <a:off x="2082125" y="2718200"/>
            <a:ext cx="548700" cy="731700"/>
          </a:xfrm>
          <a:prstGeom prst="rect">
            <a:avLst/>
          </a:prstGeom>
          <a:solidFill>
            <a:srgbClr val="61BF1A"/>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4" name="Google Shape;174;g3ef0f933b3b_0_393"/>
          <p:cNvSpPr/>
          <p:nvPr/>
        </p:nvSpPr>
        <p:spPr>
          <a:xfrm>
            <a:off x="2082125" y="3593300"/>
            <a:ext cx="548700" cy="731700"/>
          </a:xfrm>
          <a:prstGeom prst="rect">
            <a:avLst/>
          </a:prstGeom>
          <a:solidFill>
            <a:srgbClr val="009AA6"/>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5" name="Google Shape;175;g3ef0f933b3b_0_393"/>
          <p:cNvSpPr/>
          <p:nvPr/>
        </p:nvSpPr>
        <p:spPr>
          <a:xfrm>
            <a:off x="3514650" y="2718200"/>
            <a:ext cx="548700" cy="731700"/>
          </a:xfrm>
          <a:prstGeom prst="rect">
            <a:avLst/>
          </a:prstGeom>
          <a:solidFill>
            <a:srgbClr val="C4D60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6" name="Google Shape;176;g3ef0f933b3b_0_393"/>
          <p:cNvSpPr/>
          <p:nvPr/>
        </p:nvSpPr>
        <p:spPr>
          <a:xfrm>
            <a:off x="2082125" y="4468400"/>
            <a:ext cx="548700" cy="731700"/>
          </a:xfrm>
          <a:prstGeom prst="rect">
            <a:avLst/>
          </a:prstGeom>
          <a:solidFill>
            <a:srgbClr val="00747A"/>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7" name="Google Shape;177;g3ef0f933b3b_0_393"/>
          <p:cNvSpPr txBox="1"/>
          <p:nvPr/>
        </p:nvSpPr>
        <p:spPr>
          <a:xfrm>
            <a:off x="683500" y="413233"/>
            <a:ext cx="9711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Corporate</a:t>
            </a:r>
            <a:endParaRPr b="0" i="0" sz="1600" u="none" cap="none" strike="noStrike">
              <a:solidFill>
                <a:srgbClr val="000000"/>
              </a:solidFill>
              <a:latin typeface="Arial"/>
              <a:ea typeface="Arial"/>
              <a:cs typeface="Arial"/>
              <a:sym typeface="Arial"/>
            </a:endParaRPr>
          </a:p>
        </p:txBody>
      </p:sp>
      <p:sp>
        <p:nvSpPr>
          <p:cNvPr id="178" name="Google Shape;178;g3ef0f933b3b_0_393"/>
          <p:cNvSpPr txBox="1"/>
          <p:nvPr/>
        </p:nvSpPr>
        <p:spPr>
          <a:xfrm>
            <a:off x="1951175" y="413233"/>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Department</a:t>
            </a:r>
            <a:endParaRPr b="0" i="0" sz="1600" u="none" cap="none" strike="noStrike">
              <a:solidFill>
                <a:srgbClr val="000000"/>
              </a:solidFill>
              <a:latin typeface="Arial"/>
              <a:ea typeface="Arial"/>
              <a:cs typeface="Arial"/>
              <a:sym typeface="Arial"/>
            </a:endParaRPr>
          </a:p>
        </p:txBody>
      </p:sp>
      <p:sp>
        <p:nvSpPr>
          <p:cNvPr id="179" name="Google Shape;179;g3ef0f933b3b_0_393"/>
          <p:cNvSpPr txBox="1"/>
          <p:nvPr/>
        </p:nvSpPr>
        <p:spPr>
          <a:xfrm>
            <a:off x="3398500" y="4131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Secondary</a:t>
            </a:r>
            <a:endParaRPr b="0" i="0" sz="1600" u="none" cap="none" strike="noStrike">
              <a:solidFill>
                <a:srgbClr val="000000"/>
              </a:solidFill>
              <a:latin typeface="Arial"/>
              <a:ea typeface="Arial"/>
              <a:cs typeface="Arial"/>
              <a:sym typeface="Arial"/>
            </a:endParaRPr>
          </a:p>
        </p:txBody>
      </p:sp>
      <p:sp>
        <p:nvSpPr>
          <p:cNvPr id="180" name="Google Shape;180;g3ef0f933b3b_0_393"/>
          <p:cNvSpPr/>
          <p:nvPr/>
        </p:nvSpPr>
        <p:spPr>
          <a:xfrm>
            <a:off x="6010325" y="2718200"/>
            <a:ext cx="548700" cy="731700"/>
          </a:xfrm>
          <a:prstGeom prst="rect">
            <a:avLst/>
          </a:prstGeom>
          <a:solidFill>
            <a:srgbClr val="C4D60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1" name="Google Shape;181;g3ef0f933b3b_0_393"/>
          <p:cNvSpPr/>
          <p:nvPr/>
        </p:nvSpPr>
        <p:spPr>
          <a:xfrm>
            <a:off x="6010325" y="1843100"/>
            <a:ext cx="548700" cy="731700"/>
          </a:xfrm>
          <a:prstGeom prst="rect">
            <a:avLst/>
          </a:prstGeom>
          <a:solidFill>
            <a:srgbClr val="009AA6"/>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2" name="Google Shape;182;g3ef0f933b3b_0_393"/>
          <p:cNvSpPr/>
          <p:nvPr/>
        </p:nvSpPr>
        <p:spPr>
          <a:xfrm>
            <a:off x="6010325" y="968000"/>
            <a:ext cx="548700" cy="7317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3" name="Google Shape;183;g3ef0f933b3b_0_393"/>
          <p:cNvSpPr txBox="1"/>
          <p:nvPr/>
        </p:nvSpPr>
        <p:spPr>
          <a:xfrm>
            <a:off x="5882175" y="413100"/>
            <a:ext cx="28548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Event Slides Main Theme</a:t>
            </a:r>
            <a:endParaRPr b="0" i="0" sz="1600" u="none" cap="none" strike="noStrike">
              <a:solidFill>
                <a:srgbClr val="000000"/>
              </a:solidFill>
              <a:latin typeface="Arial"/>
              <a:ea typeface="Arial"/>
              <a:cs typeface="Arial"/>
              <a:sym typeface="Arial"/>
            </a:endParaRPr>
          </a:p>
        </p:txBody>
      </p:sp>
      <p:sp>
        <p:nvSpPr>
          <p:cNvPr id="184" name="Google Shape;184;g3ef0f933b3b_0_393"/>
          <p:cNvSpPr/>
          <p:nvPr/>
        </p:nvSpPr>
        <p:spPr>
          <a:xfrm>
            <a:off x="6894200" y="2718184"/>
            <a:ext cx="548700" cy="731700"/>
          </a:xfrm>
          <a:prstGeom prst="rect">
            <a:avLst/>
          </a:prstGeom>
          <a:solidFill>
            <a:srgbClr val="E9830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5" name="Google Shape;185;g3ef0f933b3b_0_393"/>
          <p:cNvSpPr/>
          <p:nvPr/>
        </p:nvSpPr>
        <p:spPr>
          <a:xfrm>
            <a:off x="6894200" y="3593284"/>
            <a:ext cx="548700" cy="731700"/>
          </a:xfrm>
          <a:prstGeom prst="rect">
            <a:avLst/>
          </a:prstGeom>
          <a:solidFill>
            <a:srgbClr val="C4D60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6" name="Google Shape;186;g3ef0f933b3b_0_393"/>
          <p:cNvSpPr/>
          <p:nvPr/>
        </p:nvSpPr>
        <p:spPr>
          <a:xfrm>
            <a:off x="6894200" y="1843100"/>
            <a:ext cx="548700" cy="7317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7" name="Google Shape;187;g3ef0f933b3b_0_393"/>
          <p:cNvSpPr txBox="1"/>
          <p:nvPr/>
        </p:nvSpPr>
        <p:spPr>
          <a:xfrm>
            <a:off x="6776950" y="1372000"/>
            <a:ext cx="20934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Event Slides Alt Themes</a:t>
            </a:r>
            <a:endParaRPr b="0" i="0" sz="1600" u="none" cap="none" strike="noStrike">
              <a:solidFill>
                <a:srgbClr val="000000"/>
              </a:solidFill>
              <a:latin typeface="Arial"/>
              <a:ea typeface="Arial"/>
              <a:cs typeface="Arial"/>
              <a:sym typeface="Arial"/>
            </a:endParaRPr>
          </a:p>
        </p:txBody>
      </p:sp>
      <p:sp>
        <p:nvSpPr>
          <p:cNvPr id="188" name="Google Shape;188;g3ef0f933b3b_0_393"/>
          <p:cNvSpPr/>
          <p:nvPr/>
        </p:nvSpPr>
        <p:spPr>
          <a:xfrm>
            <a:off x="7549300" y="2718184"/>
            <a:ext cx="548700" cy="731700"/>
          </a:xfrm>
          <a:prstGeom prst="rect">
            <a:avLst/>
          </a:prstGeom>
          <a:solidFill>
            <a:srgbClr val="00747A"/>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9" name="Google Shape;189;g3ef0f933b3b_0_393"/>
          <p:cNvSpPr/>
          <p:nvPr/>
        </p:nvSpPr>
        <p:spPr>
          <a:xfrm>
            <a:off x="7549300" y="3593284"/>
            <a:ext cx="548700" cy="731700"/>
          </a:xfrm>
          <a:prstGeom prst="rect">
            <a:avLst/>
          </a:prstGeom>
          <a:solidFill>
            <a:srgbClr val="C4D60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0" name="Google Shape;190;g3ef0f933b3b_0_393"/>
          <p:cNvSpPr/>
          <p:nvPr/>
        </p:nvSpPr>
        <p:spPr>
          <a:xfrm>
            <a:off x="7549300" y="1843100"/>
            <a:ext cx="548700" cy="7317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1" name="Google Shape;191;g3ef0f933b3b_0_393"/>
          <p:cNvSpPr txBox="1"/>
          <p:nvPr/>
        </p:nvSpPr>
        <p:spPr>
          <a:xfrm>
            <a:off x="2630825" y="11700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BM</a:t>
            </a:r>
            <a:endParaRPr b="0" i="0" sz="1600" u="none" cap="none" strike="noStrike">
              <a:solidFill>
                <a:srgbClr val="000000"/>
              </a:solidFill>
              <a:latin typeface="Arial"/>
              <a:ea typeface="Arial"/>
              <a:cs typeface="Arial"/>
              <a:sym typeface="Arial"/>
            </a:endParaRPr>
          </a:p>
        </p:txBody>
      </p:sp>
      <p:sp>
        <p:nvSpPr>
          <p:cNvPr id="192" name="Google Shape;192;g3ef0f933b3b_0_393"/>
          <p:cNvSpPr txBox="1"/>
          <p:nvPr/>
        </p:nvSpPr>
        <p:spPr>
          <a:xfrm>
            <a:off x="2630825" y="20451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BIO</a:t>
            </a:r>
            <a:endParaRPr b="0" i="0" sz="1600" u="none" cap="none" strike="noStrike">
              <a:solidFill>
                <a:srgbClr val="000000"/>
              </a:solidFill>
              <a:latin typeface="Arial"/>
              <a:ea typeface="Arial"/>
              <a:cs typeface="Arial"/>
              <a:sym typeface="Arial"/>
            </a:endParaRPr>
          </a:p>
        </p:txBody>
      </p:sp>
      <p:sp>
        <p:nvSpPr>
          <p:cNvPr id="193" name="Google Shape;193;g3ef0f933b3b_0_393"/>
          <p:cNvSpPr txBox="1"/>
          <p:nvPr/>
        </p:nvSpPr>
        <p:spPr>
          <a:xfrm>
            <a:off x="2630825" y="2984833"/>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DES</a:t>
            </a:r>
            <a:endParaRPr b="0" i="0" sz="1600" u="none" cap="none" strike="noStrike">
              <a:solidFill>
                <a:srgbClr val="000000"/>
              </a:solidFill>
              <a:latin typeface="Arial"/>
              <a:ea typeface="Arial"/>
              <a:cs typeface="Arial"/>
              <a:sym typeface="Arial"/>
            </a:endParaRPr>
          </a:p>
        </p:txBody>
      </p:sp>
      <p:sp>
        <p:nvSpPr>
          <p:cNvPr id="194" name="Google Shape;194;g3ef0f933b3b_0_393"/>
          <p:cNvSpPr txBox="1"/>
          <p:nvPr/>
        </p:nvSpPr>
        <p:spPr>
          <a:xfrm>
            <a:off x="2630825" y="37953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EDU</a:t>
            </a:r>
            <a:endParaRPr b="0" i="0" sz="1600" u="none" cap="none" strike="noStrike">
              <a:solidFill>
                <a:srgbClr val="000000"/>
              </a:solidFill>
              <a:latin typeface="Arial"/>
              <a:ea typeface="Arial"/>
              <a:cs typeface="Arial"/>
              <a:sym typeface="Arial"/>
            </a:endParaRPr>
          </a:p>
        </p:txBody>
      </p:sp>
      <p:sp>
        <p:nvSpPr>
          <p:cNvPr id="195" name="Google Shape;195;g3ef0f933b3b_0_393"/>
          <p:cNvSpPr txBox="1"/>
          <p:nvPr/>
        </p:nvSpPr>
        <p:spPr>
          <a:xfrm>
            <a:off x="2630825" y="46704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TECH</a:t>
            </a:r>
            <a:endParaRPr b="0" i="0" sz="1600" u="none" cap="none" strike="noStrike">
              <a:solidFill>
                <a:srgbClr val="000000"/>
              </a:solidFill>
              <a:latin typeface="Arial"/>
              <a:ea typeface="Arial"/>
              <a:cs typeface="Arial"/>
              <a:sym typeface="Arial"/>
            </a:endParaRPr>
          </a:p>
        </p:txBody>
      </p:sp>
      <p:sp>
        <p:nvSpPr>
          <p:cNvPr id="196" name="Google Shape;196;g3ef0f933b3b_0_393"/>
          <p:cNvSpPr txBox="1"/>
          <p:nvPr/>
        </p:nvSpPr>
        <p:spPr>
          <a:xfrm>
            <a:off x="4063350" y="11700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BM</a:t>
            </a:r>
            <a:endParaRPr b="0" i="0" sz="1600" u="none" cap="none" strike="noStrike">
              <a:solidFill>
                <a:srgbClr val="000000"/>
              </a:solidFill>
              <a:latin typeface="Arial"/>
              <a:ea typeface="Arial"/>
              <a:cs typeface="Arial"/>
              <a:sym typeface="Arial"/>
            </a:endParaRPr>
          </a:p>
        </p:txBody>
      </p:sp>
      <p:sp>
        <p:nvSpPr>
          <p:cNvPr id="197" name="Google Shape;197;g3ef0f933b3b_0_393"/>
          <p:cNvSpPr txBox="1"/>
          <p:nvPr/>
        </p:nvSpPr>
        <p:spPr>
          <a:xfrm>
            <a:off x="4063350" y="2045100"/>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BIO</a:t>
            </a:r>
            <a:endParaRPr b="0" i="0" sz="1600" u="none" cap="none" strike="noStrike">
              <a:solidFill>
                <a:srgbClr val="000000"/>
              </a:solidFill>
              <a:latin typeface="Arial"/>
              <a:ea typeface="Arial"/>
              <a:cs typeface="Arial"/>
              <a:sym typeface="Arial"/>
            </a:endParaRPr>
          </a:p>
        </p:txBody>
      </p:sp>
      <p:sp>
        <p:nvSpPr>
          <p:cNvPr id="198" name="Google Shape;198;g3ef0f933b3b_0_393"/>
          <p:cNvSpPr txBox="1"/>
          <p:nvPr/>
        </p:nvSpPr>
        <p:spPr>
          <a:xfrm>
            <a:off x="4063350" y="2984833"/>
            <a:ext cx="11793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DES</a:t>
            </a:r>
            <a:endParaRPr b="0" i="0" sz="1600" u="none" cap="none" strike="noStrike">
              <a:solidFill>
                <a:srgbClr val="000000"/>
              </a:solidFill>
              <a:latin typeface="Arial"/>
              <a:ea typeface="Arial"/>
              <a:cs typeface="Arial"/>
              <a:sym typeface="Arial"/>
            </a:endParaRPr>
          </a:p>
        </p:txBody>
      </p:sp>
      <p:sp>
        <p:nvSpPr>
          <p:cNvPr id="199" name="Google Shape;199;g3ef0f933b3b_0_393"/>
          <p:cNvSpPr/>
          <p:nvPr/>
        </p:nvSpPr>
        <p:spPr>
          <a:xfrm>
            <a:off x="803525" y="4468400"/>
            <a:ext cx="548700" cy="731700"/>
          </a:xfrm>
          <a:prstGeom prst="rect">
            <a:avLst/>
          </a:prstGeom>
          <a:solidFill>
            <a:srgbClr val="00A3E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0" name="Google Shape;200;g3ef0f933b3b_0_393"/>
          <p:cNvSpPr txBox="1"/>
          <p:nvPr/>
        </p:nvSpPr>
        <p:spPr>
          <a:xfrm>
            <a:off x="683500" y="3938800"/>
            <a:ext cx="971100" cy="3276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UC Blue</a:t>
            </a:r>
            <a:endParaRPr b="0" i="0" sz="1600" u="none" cap="none" strike="noStrike">
              <a:solidFill>
                <a:srgbClr val="000000"/>
              </a:solidFill>
              <a:latin typeface="Arial"/>
              <a:ea typeface="Arial"/>
              <a:cs typeface="Arial"/>
              <a:sym typeface="Arial"/>
            </a:endParaRPr>
          </a:p>
        </p:txBody>
      </p:sp>
      <p:sp>
        <p:nvSpPr>
          <p:cNvPr id="201" name="Google Shape;201;g3ef0f933b3b_0_393"/>
          <p:cNvSpPr txBox="1"/>
          <p:nvPr/>
        </p:nvSpPr>
        <p:spPr>
          <a:xfrm>
            <a:off x="803525" y="5493433"/>
            <a:ext cx="7783200" cy="7317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FYI — DELETE SLIDE WHEN NOT NEEDED. REFERENCE ONLY. COLORS EMBEDDED. </a:t>
            </a:r>
            <a:br>
              <a:rPr b="0" i="0" lang="en-US" sz="1900" u="none" cap="none" strike="noStrike">
                <a:solidFill>
                  <a:srgbClr val="000000"/>
                </a:solidFill>
                <a:latin typeface="Arial"/>
                <a:ea typeface="Arial"/>
                <a:cs typeface="Arial"/>
                <a:sym typeface="Arial"/>
              </a:rPr>
            </a:br>
            <a:r>
              <a:rPr b="0" i="0" lang="en-US" sz="1900" u="none" cap="none" strike="noStrike">
                <a:solidFill>
                  <a:srgbClr val="000000"/>
                </a:solidFill>
                <a:latin typeface="Arial"/>
                <a:ea typeface="Arial"/>
                <a:cs typeface="Arial"/>
                <a:sym typeface="Arial"/>
              </a:rPr>
              <a:t>COLOR LAYOUT IS EMBEDDED IN MASTER LAYOUTS AS WELL.</a:t>
            </a:r>
            <a:endParaRPr b="0" i="0" sz="19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A7B17"/>
          </p15:clr>
        </p15:guide>
        <p15:guide id="2" pos="2880">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oter">
  <p:cSld name="CUSTOM">
    <p:spTree>
      <p:nvGrpSpPr>
        <p:cNvPr id="202" name="Shape 202"/>
        <p:cNvGrpSpPr/>
        <p:nvPr/>
      </p:nvGrpSpPr>
      <p:grpSpPr>
        <a:xfrm>
          <a:off x="0" y="0"/>
          <a:ext cx="0" cy="0"/>
          <a:chOff x="0" y="0"/>
          <a:chExt cx="0" cy="0"/>
        </a:xfrm>
      </p:grpSpPr>
      <p:sp>
        <p:nvSpPr>
          <p:cNvPr id="203" name="Google Shape;203;g3ef0f933b3b_0_431"/>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solidFill>
                  <a:schemeClr val="dk2"/>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ent Title Intro Page">
  <p:cSld name="CUSTOM_1">
    <p:spTree>
      <p:nvGrpSpPr>
        <p:cNvPr id="204" name="Shape 204"/>
        <p:cNvGrpSpPr/>
        <p:nvPr/>
      </p:nvGrpSpPr>
      <p:grpSpPr>
        <a:xfrm>
          <a:off x="0" y="0"/>
          <a:ext cx="0" cy="0"/>
          <a:chOff x="0" y="0"/>
          <a:chExt cx="0" cy="0"/>
        </a:xfrm>
      </p:grpSpPr>
      <p:sp>
        <p:nvSpPr>
          <p:cNvPr id="205" name="Google Shape;205;g3ef0f933b3b_0_433"/>
          <p:cNvSpPr/>
          <p:nvPr/>
        </p:nvSpPr>
        <p:spPr>
          <a:xfrm>
            <a:off x="1375800" y="5029200"/>
            <a:ext cx="7768200" cy="1828800"/>
          </a:xfrm>
          <a:prstGeom prst="rect">
            <a:avLst/>
          </a:prstGeom>
          <a:solidFill>
            <a:srgbClr val="F7D117"/>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6" name="Google Shape;206;g3ef0f933b3b_0_433"/>
          <p:cNvSpPr/>
          <p:nvPr/>
        </p:nvSpPr>
        <p:spPr>
          <a:xfrm>
            <a:off x="1375800" y="0"/>
            <a:ext cx="7768200" cy="5029200"/>
          </a:xfrm>
          <a:prstGeom prst="rect">
            <a:avLst/>
          </a:prstGeom>
          <a:solidFill>
            <a:srgbClr val="00A3E0"/>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7" name="Google Shape;207;g3ef0f933b3b_0_433"/>
          <p:cNvSpPr txBox="1"/>
          <p:nvPr>
            <p:ph type="title"/>
          </p:nvPr>
        </p:nvSpPr>
        <p:spPr>
          <a:xfrm>
            <a:off x="1731775" y="593367"/>
            <a:ext cx="6540600" cy="763500"/>
          </a:xfrm>
          <a:prstGeom prst="rect">
            <a:avLst/>
          </a:prstGeom>
          <a:noFill/>
          <a:ln>
            <a:noFill/>
          </a:ln>
        </p:spPr>
        <p:txBody>
          <a:bodyPr anchorCtr="0" anchor="t" bIns="121875" lIns="121875" spcFirstLastPara="1" rIns="121875" wrap="square" tIns="121875">
            <a:noAutofit/>
          </a:bodyPr>
          <a:lstStyle>
            <a:lvl1pPr lvl="0" algn="l">
              <a:lnSpc>
                <a:spcPct val="100000"/>
              </a:lnSpc>
              <a:spcBef>
                <a:spcPts val="0"/>
              </a:spcBef>
              <a:spcAft>
                <a:spcPts val="0"/>
              </a:spcAft>
              <a:buSzPts val="3700"/>
              <a:buNone/>
              <a:defRPr>
                <a:solidFill>
                  <a:schemeClr val="lt1"/>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08" name="Google Shape;208;g3ef0f933b3b_0_433"/>
          <p:cNvSpPr/>
          <p:nvPr/>
        </p:nvSpPr>
        <p:spPr>
          <a:xfrm>
            <a:off x="0" y="0"/>
            <a:ext cx="1375800" cy="6858000"/>
          </a:xfrm>
          <a:prstGeom prst="rect">
            <a:avLst/>
          </a:prstGeom>
          <a:solidFill>
            <a:srgbClr val="0D5C9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9" name="Google Shape;209;g3ef0f933b3b_0_433"/>
          <p:cNvSpPr txBox="1"/>
          <p:nvPr>
            <p:ph idx="1" type="body"/>
          </p:nvPr>
        </p:nvSpPr>
        <p:spPr>
          <a:xfrm>
            <a:off x="1731775" y="2047100"/>
            <a:ext cx="6179100" cy="3480300"/>
          </a:xfrm>
          <a:prstGeom prst="rect">
            <a:avLst/>
          </a:prstGeom>
          <a:noFill/>
          <a:ln>
            <a:noFill/>
          </a:ln>
        </p:spPr>
        <p:txBody>
          <a:bodyPr anchorCtr="0" anchor="t" bIns="121875" lIns="121875" spcFirstLastPara="1" rIns="121875" wrap="square" tIns="121875">
            <a:noAutofit/>
          </a:bodyPr>
          <a:lstStyle>
            <a:lvl1pPr indent="-381000" lvl="0" marL="457200" algn="l">
              <a:lnSpc>
                <a:spcPct val="115000"/>
              </a:lnSpc>
              <a:spcBef>
                <a:spcPts val="0"/>
              </a:spcBef>
              <a:spcAft>
                <a:spcPts val="0"/>
              </a:spcAft>
              <a:buClr>
                <a:srgbClr val="FFFFFF"/>
              </a:buClr>
              <a:buSzPts val="2400"/>
              <a:buChar char="●"/>
              <a:defRPr>
                <a:solidFill>
                  <a:srgbClr val="FFFFFF"/>
                </a:solidFill>
              </a:defRPr>
            </a:lvl1pPr>
            <a:lvl2pPr indent="-349250" lvl="1" marL="914400" algn="l">
              <a:lnSpc>
                <a:spcPct val="115000"/>
              </a:lnSpc>
              <a:spcBef>
                <a:spcPts val="2100"/>
              </a:spcBef>
              <a:spcAft>
                <a:spcPts val="0"/>
              </a:spcAft>
              <a:buClr>
                <a:srgbClr val="FFFFFF"/>
              </a:buClr>
              <a:buSzPts val="1900"/>
              <a:buChar char="○"/>
              <a:defRPr>
                <a:solidFill>
                  <a:srgbClr val="FFFFFF"/>
                </a:solidFill>
              </a:defRPr>
            </a:lvl2pPr>
            <a:lvl3pPr indent="-349250" lvl="2" marL="1371600" algn="l">
              <a:lnSpc>
                <a:spcPct val="115000"/>
              </a:lnSpc>
              <a:spcBef>
                <a:spcPts val="2100"/>
              </a:spcBef>
              <a:spcAft>
                <a:spcPts val="0"/>
              </a:spcAft>
              <a:buClr>
                <a:srgbClr val="FFFFFF"/>
              </a:buClr>
              <a:buSzPts val="1900"/>
              <a:buChar char="■"/>
              <a:defRPr>
                <a:solidFill>
                  <a:srgbClr val="FFFFFF"/>
                </a:solidFill>
              </a:defRPr>
            </a:lvl3pPr>
            <a:lvl4pPr indent="-349250" lvl="3" marL="1828800" algn="l">
              <a:lnSpc>
                <a:spcPct val="115000"/>
              </a:lnSpc>
              <a:spcBef>
                <a:spcPts val="2100"/>
              </a:spcBef>
              <a:spcAft>
                <a:spcPts val="0"/>
              </a:spcAft>
              <a:buClr>
                <a:srgbClr val="FFFFFF"/>
              </a:buClr>
              <a:buSzPts val="1900"/>
              <a:buChar char="●"/>
              <a:defRPr>
                <a:solidFill>
                  <a:srgbClr val="FFFFFF"/>
                </a:solidFill>
              </a:defRPr>
            </a:lvl4pPr>
            <a:lvl5pPr indent="-349250" lvl="4" marL="2286000" algn="l">
              <a:lnSpc>
                <a:spcPct val="115000"/>
              </a:lnSpc>
              <a:spcBef>
                <a:spcPts val="2100"/>
              </a:spcBef>
              <a:spcAft>
                <a:spcPts val="0"/>
              </a:spcAft>
              <a:buClr>
                <a:srgbClr val="FFFFFF"/>
              </a:buClr>
              <a:buSzPts val="1900"/>
              <a:buChar char="○"/>
              <a:defRPr>
                <a:solidFill>
                  <a:srgbClr val="FFFFFF"/>
                </a:solidFill>
              </a:defRPr>
            </a:lvl5pPr>
            <a:lvl6pPr indent="-349250" lvl="5" marL="2743200" algn="l">
              <a:lnSpc>
                <a:spcPct val="115000"/>
              </a:lnSpc>
              <a:spcBef>
                <a:spcPts val="2100"/>
              </a:spcBef>
              <a:spcAft>
                <a:spcPts val="0"/>
              </a:spcAft>
              <a:buClr>
                <a:srgbClr val="FFFFFF"/>
              </a:buClr>
              <a:buSzPts val="1900"/>
              <a:buChar char="■"/>
              <a:defRPr>
                <a:solidFill>
                  <a:srgbClr val="FFFFFF"/>
                </a:solidFill>
              </a:defRPr>
            </a:lvl6pPr>
            <a:lvl7pPr indent="-349250" lvl="6" marL="3200400" algn="l">
              <a:lnSpc>
                <a:spcPct val="115000"/>
              </a:lnSpc>
              <a:spcBef>
                <a:spcPts val="2100"/>
              </a:spcBef>
              <a:spcAft>
                <a:spcPts val="0"/>
              </a:spcAft>
              <a:buClr>
                <a:srgbClr val="FFFFFF"/>
              </a:buClr>
              <a:buSzPts val="1900"/>
              <a:buChar char="●"/>
              <a:defRPr>
                <a:solidFill>
                  <a:srgbClr val="FFFFFF"/>
                </a:solidFill>
              </a:defRPr>
            </a:lvl7pPr>
            <a:lvl8pPr indent="-349250" lvl="7" marL="3657600" algn="l">
              <a:lnSpc>
                <a:spcPct val="115000"/>
              </a:lnSpc>
              <a:spcBef>
                <a:spcPts val="2100"/>
              </a:spcBef>
              <a:spcAft>
                <a:spcPts val="0"/>
              </a:spcAft>
              <a:buClr>
                <a:srgbClr val="FFFFFF"/>
              </a:buClr>
              <a:buSzPts val="1900"/>
              <a:buChar char="○"/>
              <a:defRPr>
                <a:solidFill>
                  <a:srgbClr val="FFFFFF"/>
                </a:solidFill>
              </a:defRPr>
            </a:lvl8pPr>
            <a:lvl9pPr indent="-349250" lvl="8" marL="4114800" algn="l">
              <a:lnSpc>
                <a:spcPct val="115000"/>
              </a:lnSpc>
              <a:spcBef>
                <a:spcPts val="2100"/>
              </a:spcBef>
              <a:spcAft>
                <a:spcPts val="2100"/>
              </a:spcAft>
              <a:buClr>
                <a:srgbClr val="FFFFFF"/>
              </a:buClr>
              <a:buSzPts val="1900"/>
              <a:buChar char="■"/>
              <a:defRPr>
                <a:solidFill>
                  <a:srgbClr val="FFFFFF"/>
                </a:solidFill>
              </a:defRPr>
            </a:lvl9pPr>
          </a:lstStyle>
          <a:p/>
        </p:txBody>
      </p:sp>
      <p:pic>
        <p:nvPicPr>
          <p:cNvPr id="210" name="Google Shape;210;g3ef0f933b3b_0_433"/>
          <p:cNvPicPr preferRelativeResize="0"/>
          <p:nvPr/>
        </p:nvPicPr>
        <p:blipFill rotWithShape="1">
          <a:blip r:embed="rId2">
            <a:alphaModFix/>
          </a:blip>
          <a:srcRect b="0" l="0" r="0" t="0"/>
          <a:stretch/>
        </p:blipFill>
        <p:spPr>
          <a:xfrm>
            <a:off x="1828800" y="5325532"/>
            <a:ext cx="1318911" cy="342900"/>
          </a:xfrm>
          <a:prstGeom prst="rect">
            <a:avLst/>
          </a:prstGeom>
          <a:noFill/>
          <a:ln>
            <a:noFill/>
          </a:ln>
        </p:spPr>
      </p:pic>
    </p:spTree>
  </p:cSld>
  <p:clrMapOvr>
    <a:masterClrMapping/>
  </p:clrMapOvr>
  <p:extLst>
    <p:ext uri="{DCECCB84-F9BA-43D5-87BE-67443E8EF086}">
      <p15:sldGuideLst>
        <p15:guide id="1" pos="1152">
          <p15:clr>
            <a:srgbClr val="FA7B17"/>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2">
  <p:cSld name="BLANK_1_1">
    <p:bg>
      <p:bgPr>
        <a:solidFill>
          <a:srgbClr val="FFFFFF"/>
        </a:solidFill>
      </p:bgPr>
    </p:bg>
    <p:spTree>
      <p:nvGrpSpPr>
        <p:cNvPr id="211" name="Shape 211"/>
        <p:cNvGrpSpPr/>
        <p:nvPr/>
      </p:nvGrpSpPr>
      <p:grpSpPr>
        <a:xfrm>
          <a:off x="0" y="0"/>
          <a:ext cx="0" cy="0"/>
          <a:chOff x="0" y="0"/>
          <a:chExt cx="0" cy="0"/>
        </a:xfrm>
      </p:grpSpPr>
      <p:sp>
        <p:nvSpPr>
          <p:cNvPr id="212" name="Google Shape;212;g3ef0f933b3b_0_440"/>
          <p:cNvSpPr txBox="1"/>
          <p:nvPr>
            <p:ph idx="10" type="dt"/>
          </p:nvPr>
        </p:nvSpPr>
        <p:spPr>
          <a:xfrm>
            <a:off x="342989" y="6356520"/>
            <a:ext cx="1600500" cy="3648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13" name="Google Shape;213;g3ef0f933b3b_0_440"/>
          <p:cNvSpPr txBox="1"/>
          <p:nvPr>
            <p:ph idx="11" type="ftr"/>
          </p:nvPr>
        </p:nvSpPr>
        <p:spPr>
          <a:xfrm>
            <a:off x="2343670" y="6356520"/>
            <a:ext cx="2171700" cy="3648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214" name="Google Shape;214;g3ef0f933b3b_0_440"/>
          <p:cNvSpPr txBox="1"/>
          <p:nvPr>
            <p:ph idx="12" type="sldNum"/>
          </p:nvPr>
        </p:nvSpPr>
        <p:spPr>
          <a:xfrm>
            <a:off x="4916090" y="6356520"/>
            <a:ext cx="1600500" cy="3648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215" name="Google Shape;215;g3ef0f933b3b_0_440"/>
          <p:cNvSpPr txBox="1"/>
          <p:nvPr>
            <p:ph type="title"/>
          </p:nvPr>
        </p:nvSpPr>
        <p:spPr>
          <a:xfrm>
            <a:off x="456959" y="273600"/>
            <a:ext cx="8229300" cy="1144800"/>
          </a:xfrm>
          <a:prstGeom prst="rect">
            <a:avLst/>
          </a:prstGeom>
          <a:noFill/>
          <a:ln>
            <a:noFill/>
          </a:ln>
        </p:spPr>
        <p:txBody>
          <a:bodyPr anchorCtr="0" anchor="ctr" bIns="0" lIns="0" spcFirstLastPara="1" rIns="0" wrap="square" tIns="0">
            <a:no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spcBef>
                <a:spcPts val="0"/>
              </a:spcBef>
              <a:spcAft>
                <a:spcPts val="0"/>
              </a:spcAft>
              <a:buSzPts val="3700"/>
              <a:buNone/>
              <a:defRPr b="0" i="0" sz="1800" u="none" cap="none" strike="noStrike"/>
            </a:lvl2pPr>
            <a:lvl3pPr lvl="2" marR="0" algn="l">
              <a:spcBef>
                <a:spcPts val="0"/>
              </a:spcBef>
              <a:spcAft>
                <a:spcPts val="0"/>
              </a:spcAft>
              <a:buSzPts val="3700"/>
              <a:buNone/>
              <a:defRPr b="0" i="0" sz="1800" u="none" cap="none" strike="noStrike"/>
            </a:lvl3pPr>
            <a:lvl4pPr lvl="3" marR="0" algn="l">
              <a:spcBef>
                <a:spcPts val="0"/>
              </a:spcBef>
              <a:spcAft>
                <a:spcPts val="0"/>
              </a:spcAft>
              <a:buSzPts val="3700"/>
              <a:buNone/>
              <a:defRPr b="0" i="0" sz="1800" u="none" cap="none" strike="noStrike"/>
            </a:lvl4pPr>
            <a:lvl5pPr lvl="4" marR="0" algn="l">
              <a:spcBef>
                <a:spcPts val="0"/>
              </a:spcBef>
              <a:spcAft>
                <a:spcPts val="0"/>
              </a:spcAft>
              <a:buSzPts val="3700"/>
              <a:buNone/>
              <a:defRPr b="0" i="0" sz="1800" u="none" cap="none" strike="noStrike"/>
            </a:lvl5pPr>
            <a:lvl6pPr lvl="5" marR="0" algn="l">
              <a:spcBef>
                <a:spcPts val="0"/>
              </a:spcBef>
              <a:spcAft>
                <a:spcPts val="0"/>
              </a:spcAft>
              <a:buSzPts val="3700"/>
              <a:buNone/>
              <a:defRPr b="0" i="0" sz="1800" u="none" cap="none" strike="noStrike"/>
            </a:lvl6pPr>
            <a:lvl7pPr lvl="6" marR="0" algn="l">
              <a:spcBef>
                <a:spcPts val="0"/>
              </a:spcBef>
              <a:spcAft>
                <a:spcPts val="0"/>
              </a:spcAft>
              <a:buSzPts val="3700"/>
              <a:buNone/>
              <a:defRPr b="0" i="0" sz="1800" u="none" cap="none" strike="noStrike"/>
            </a:lvl7pPr>
            <a:lvl8pPr lvl="7" marR="0" algn="l">
              <a:spcBef>
                <a:spcPts val="0"/>
              </a:spcBef>
              <a:spcAft>
                <a:spcPts val="0"/>
              </a:spcAft>
              <a:buSzPts val="3700"/>
              <a:buNone/>
              <a:defRPr b="0" i="0" sz="1800" u="none" cap="none" strike="noStrike"/>
            </a:lvl8pPr>
            <a:lvl9pPr lvl="8" marR="0" algn="l">
              <a:spcBef>
                <a:spcPts val="0"/>
              </a:spcBef>
              <a:spcAft>
                <a:spcPts val="0"/>
              </a:spcAft>
              <a:buSzPts val="3700"/>
              <a:buNone/>
              <a:defRPr b="0" i="0" sz="1800" u="none" cap="none" strike="noStrike"/>
            </a:lvl9pPr>
          </a:lstStyle>
          <a:p/>
        </p:txBody>
      </p:sp>
      <p:sp>
        <p:nvSpPr>
          <p:cNvPr id="216" name="Google Shape;216;g3ef0f933b3b_0_440"/>
          <p:cNvSpPr txBox="1"/>
          <p:nvPr>
            <p:ph idx="1" type="body"/>
          </p:nvPr>
        </p:nvSpPr>
        <p:spPr>
          <a:xfrm>
            <a:off x="456959" y="1604520"/>
            <a:ext cx="8229300" cy="3977400"/>
          </a:xfrm>
          <a:prstGeom prst="rect">
            <a:avLst/>
          </a:prstGeom>
          <a:noFill/>
          <a:ln>
            <a:noFill/>
          </a:ln>
        </p:spPr>
        <p:txBody>
          <a:bodyPr anchorCtr="0" anchor="t" bIns="0" lIns="0" spcFirstLastPara="1" rIns="0" wrap="square" tIns="0">
            <a:normAutofit/>
          </a:bodyPr>
          <a:lstStyle>
            <a:lvl1pPr indent="-431800" lvl="0" marL="457200" marR="0" algn="l">
              <a:spcBef>
                <a:spcPts val="641"/>
              </a:spcBef>
              <a:spcAft>
                <a:spcPts val="0"/>
              </a:spcAft>
              <a:buClr>
                <a:srgbClr val="000000"/>
              </a:buClr>
              <a:buSzPts val="3200"/>
              <a:buFont typeface="Arial"/>
              <a:buChar char="•"/>
              <a:defRPr b="0" i="0" sz="3200" u="none" cap="none" strike="noStrike">
                <a:solidFill>
                  <a:schemeClr val="dk1"/>
                </a:solidFill>
                <a:latin typeface="Calibri"/>
                <a:ea typeface="Calibri"/>
                <a:cs typeface="Calibri"/>
                <a:sym typeface="Calibri"/>
              </a:defRPr>
            </a:lvl1pPr>
            <a:lvl2pPr indent="-361950" lvl="1" marL="914400" marR="0" algn="l">
              <a:spcBef>
                <a:spcPts val="561"/>
              </a:spcBef>
              <a:spcAft>
                <a:spcPts val="0"/>
              </a:spcAft>
              <a:buClr>
                <a:srgbClr val="000000"/>
              </a:buClr>
              <a:buSzPts val="2100"/>
              <a:buFont typeface="Noto Sans Symbols"/>
              <a:buChar char="−"/>
              <a:defRPr b="0" i="0" sz="2800" u="none" cap="none" strike="noStrike">
                <a:solidFill>
                  <a:schemeClr val="dk1"/>
                </a:solidFill>
                <a:latin typeface="Calibri"/>
                <a:ea typeface="Calibri"/>
                <a:cs typeface="Calibri"/>
                <a:sym typeface="Calibri"/>
              </a:defRPr>
            </a:lvl2pPr>
            <a:lvl3pPr indent="-297180" lvl="2" marL="1371600" marR="0" algn="l">
              <a:spcBef>
                <a:spcPts val="479"/>
              </a:spcBef>
              <a:spcAft>
                <a:spcPts val="0"/>
              </a:spcAft>
              <a:buClr>
                <a:srgbClr val="000000"/>
              </a:buClr>
              <a:buSzPts val="1080"/>
              <a:buFont typeface="Noto Sans Symbols"/>
              <a:buChar char="●"/>
              <a:defRPr b="0" i="0" sz="2400" u="none" cap="none" strike="noStrike">
                <a:solidFill>
                  <a:schemeClr val="dk1"/>
                </a:solidFill>
                <a:latin typeface="Calibri"/>
                <a:ea typeface="Calibri"/>
                <a:cs typeface="Calibri"/>
                <a:sym typeface="Calibri"/>
              </a:defRPr>
            </a:lvl3pPr>
            <a:lvl4pPr indent="-323850" lvl="3" marL="1828800" marR="0" algn="l">
              <a:spcBef>
                <a:spcPts val="400"/>
              </a:spcBef>
              <a:spcAft>
                <a:spcPts val="0"/>
              </a:spcAft>
              <a:buClr>
                <a:srgbClr val="000000"/>
              </a:buClr>
              <a:buSzPts val="1500"/>
              <a:buFont typeface="Noto Sans Symbols"/>
              <a:buChar char="−"/>
              <a:defRPr b="0" i="0" sz="2000" u="none" cap="none" strike="noStrike">
                <a:solidFill>
                  <a:schemeClr val="dk1"/>
                </a:solidFill>
                <a:latin typeface="Calibri"/>
                <a:ea typeface="Calibri"/>
                <a:cs typeface="Calibri"/>
                <a:sym typeface="Calibri"/>
              </a:defRPr>
            </a:lvl4pPr>
            <a:lvl5pPr indent="-285750" lvl="4" marL="2286000" marR="0" algn="l">
              <a:spcBef>
                <a:spcPts val="400"/>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5pPr>
            <a:lvl6pPr indent="-285750" lvl="5" marL="2743200" marR="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6pPr>
            <a:lvl7pPr indent="-285750" lvl="6" marL="3200400" marR="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7pPr>
            <a:lvl8pPr indent="-228600" lvl="7" marL="3657600" marR="0" algn="l">
              <a:spcBef>
                <a:spcPts val="2100"/>
              </a:spcBef>
              <a:spcAft>
                <a:spcPts val="0"/>
              </a:spcAft>
              <a:buSzPts val="1900"/>
              <a:buNone/>
              <a:defRPr b="0" i="0" sz="1800" u="none" cap="none" strike="noStrike"/>
            </a:lvl8pPr>
            <a:lvl9pPr indent="-228600" lvl="8" marL="4114800" marR="0" algn="l">
              <a:spcBef>
                <a:spcPts val="2100"/>
              </a:spcBef>
              <a:spcAft>
                <a:spcPts val="2100"/>
              </a:spcAft>
              <a:buSzPts val="1900"/>
              <a:buNone/>
              <a:defRPr b="0" i="0" sz="1800" u="none" cap="none" strike="noStrike"/>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7" name="Shape 217"/>
        <p:cNvGrpSpPr/>
        <p:nvPr/>
      </p:nvGrpSpPr>
      <p:grpSpPr>
        <a:xfrm>
          <a:off x="0" y="0"/>
          <a:ext cx="0" cy="0"/>
          <a:chOff x="0" y="0"/>
          <a:chExt cx="0" cy="0"/>
        </a:xfrm>
      </p:grpSpPr>
      <p:sp>
        <p:nvSpPr>
          <p:cNvPr id="218" name="Google Shape;218;g3ef0f933b3b_0_4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19" name="Google Shape;219;g3ef0f933b3b_0_44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2100"/>
              </a:spcAft>
              <a:buClr>
                <a:schemeClr val="dk1"/>
              </a:buClr>
              <a:buSzPts val="1800"/>
              <a:buChar char="■"/>
              <a:defRPr/>
            </a:lvl9pPr>
          </a:lstStyle>
          <a:p/>
        </p:txBody>
      </p:sp>
      <p:sp>
        <p:nvSpPr>
          <p:cNvPr id="220" name="Google Shape;220;g3ef0f933b3b_0_44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g3ef0f933b3b_0_44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g3ef0f933b3b_0_44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38" Type="http://schemas.openxmlformats.org/officeDocument/2006/relationships/theme" Target="../theme/theme2.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ef0f933b3b_0_234"/>
          <p:cNvSpPr/>
          <p:nvPr/>
        </p:nvSpPr>
        <p:spPr>
          <a:xfrm>
            <a:off x="0" y="6400800"/>
            <a:ext cx="9144000" cy="457200"/>
          </a:xfrm>
          <a:prstGeom prst="rect">
            <a:avLst/>
          </a:prstGeom>
          <a:solidFill>
            <a:srgbClr val="F7D117"/>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7" name="Google Shape;7;g3ef0f933b3b_0_234"/>
          <p:cNvPicPr preferRelativeResize="0"/>
          <p:nvPr/>
        </p:nvPicPr>
        <p:blipFill rotWithShape="1">
          <a:blip r:embed="rId1">
            <a:alphaModFix/>
          </a:blip>
          <a:srcRect b="0" l="0" r="0" t="0"/>
          <a:stretch/>
        </p:blipFill>
        <p:spPr>
          <a:xfrm>
            <a:off x="367050" y="6400799"/>
            <a:ext cx="1318911" cy="342900"/>
          </a:xfrm>
          <a:prstGeom prst="rect">
            <a:avLst/>
          </a:prstGeom>
          <a:noFill/>
          <a:ln>
            <a:noFill/>
          </a:ln>
        </p:spPr>
      </p:pic>
      <p:sp>
        <p:nvSpPr>
          <p:cNvPr id="8" name="Google Shape;8;g3ef0f933b3b_0_234"/>
          <p:cNvSpPr txBox="1"/>
          <p:nvPr>
            <p:ph type="title"/>
          </p:nvPr>
        </p:nvSpPr>
        <p:spPr>
          <a:xfrm>
            <a:off x="311700" y="593367"/>
            <a:ext cx="8520600" cy="763500"/>
          </a:xfrm>
          <a:prstGeom prst="rect">
            <a:avLst/>
          </a:prstGeom>
          <a:noFill/>
          <a:ln>
            <a:noFill/>
          </a:ln>
        </p:spPr>
        <p:txBody>
          <a:bodyPr anchorCtr="0" anchor="t" bIns="121875" lIns="121875" spcFirstLastPara="1" rIns="121875" wrap="square" tIns="121875">
            <a:noAutofit/>
          </a:bodyPr>
          <a:lstStyle>
            <a:lvl1pPr lvl="0" marR="0" algn="l">
              <a:lnSpc>
                <a:spcPct val="100000"/>
              </a:lnSpc>
              <a:spcBef>
                <a:spcPts val="0"/>
              </a:spcBef>
              <a:spcAft>
                <a:spcPts val="0"/>
              </a:spcAft>
              <a:buClr>
                <a:schemeClr val="dk2"/>
              </a:buClr>
              <a:buSzPts val="3700"/>
              <a:buFont typeface="Arial"/>
              <a:buNone/>
              <a:defRPr b="0" i="0" sz="3700" u="none" cap="none" strike="noStrike">
                <a:solidFill>
                  <a:schemeClr val="dk2"/>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9" name="Google Shape;9;g3ef0f933b3b_0_234"/>
          <p:cNvSpPr txBox="1"/>
          <p:nvPr>
            <p:ph idx="12" type="sldNum"/>
          </p:nvPr>
        </p:nvSpPr>
        <p:spPr>
          <a:xfrm>
            <a:off x="8241658" y="6306989"/>
            <a:ext cx="548700" cy="524700"/>
          </a:xfrm>
          <a:prstGeom prst="rect">
            <a:avLst/>
          </a:prstGeom>
          <a:noFill/>
          <a:ln>
            <a:noFill/>
          </a:ln>
        </p:spPr>
        <p:txBody>
          <a:bodyPr anchorCtr="0" anchor="ctr" bIns="121875" lIns="121875" spcFirstLastPara="1" rIns="121875" wrap="square" tIns="12187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g3ef0f933b3b_0_234"/>
          <p:cNvSpPr txBox="1"/>
          <p:nvPr>
            <p:ph idx="1" type="body"/>
          </p:nvPr>
        </p:nvSpPr>
        <p:spPr>
          <a:xfrm>
            <a:off x="311700" y="1536633"/>
            <a:ext cx="8520600" cy="4555200"/>
          </a:xfrm>
          <a:prstGeom prst="rect">
            <a:avLst/>
          </a:prstGeom>
          <a:noFill/>
          <a:ln>
            <a:noFill/>
          </a:ln>
        </p:spPr>
        <p:txBody>
          <a:bodyPr anchorCtr="0" anchor="t" bIns="121875" lIns="121875" spcFirstLastPara="1" rIns="121875" wrap="square" tIns="121875">
            <a:no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032">
          <p15:clr>
            <a:srgbClr val="EA4335"/>
          </p15:clr>
        </p15:guide>
        <p15:guide id="2" orient="horz" pos="2015">
          <p15:clr>
            <a:srgbClr val="EA4335"/>
          </p15:clr>
        </p15:guide>
        <p15:guide id="3" pos="256">
          <p15:clr>
            <a:srgbClr val="EA4335"/>
          </p15:clr>
        </p15:guide>
        <p15:guide id="4" pos="5504">
          <p15:clr>
            <a:srgbClr val="EA4335"/>
          </p15:clr>
        </p15:guide>
        <p15:guide id="5" orient="horz" pos="288">
          <p15:clr>
            <a:srgbClr val="EA4335"/>
          </p15:clr>
        </p15:guide>
        <p15:guide id="6" pos="2880">
          <p15:clr>
            <a:srgbClr val="EA4335"/>
          </p15:clr>
        </p15:guide>
        <p15:guide id="7" pos="4805">
          <p15:clr>
            <a:srgbClr val="EA4335"/>
          </p15:clr>
        </p15:guide>
        <p15:guide id="8" orient="horz" pos="696">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bootlin.com/doc/training/embedded-linux"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g3ef0f933b3b_0_226"/>
          <p:cNvPicPr preferRelativeResize="0"/>
          <p:nvPr/>
        </p:nvPicPr>
        <p:blipFill rotWithShape="1">
          <a:blip r:embed="rId3">
            <a:alphaModFix/>
          </a:blip>
          <a:srcRect b="6432" l="20720" r="31767" t="13369"/>
          <a:stretch/>
        </p:blipFill>
        <p:spPr>
          <a:xfrm>
            <a:off x="0" y="0"/>
            <a:ext cx="4572001" cy="6858002"/>
          </a:xfrm>
          <a:prstGeom prst="rect">
            <a:avLst/>
          </a:prstGeom>
          <a:noFill/>
          <a:ln>
            <a:noFill/>
          </a:ln>
        </p:spPr>
      </p:pic>
      <p:pic>
        <p:nvPicPr>
          <p:cNvPr id="228" name="Google Shape;228;g3ef0f933b3b_0_226"/>
          <p:cNvPicPr preferRelativeResize="0"/>
          <p:nvPr/>
        </p:nvPicPr>
        <p:blipFill rotWithShape="1">
          <a:blip r:embed="rId4">
            <a:alphaModFix/>
          </a:blip>
          <a:srcRect b="0" l="0" r="0" t="0"/>
          <a:stretch/>
        </p:blipFill>
        <p:spPr>
          <a:xfrm>
            <a:off x="4816200" y="5325532"/>
            <a:ext cx="1318911" cy="342900"/>
          </a:xfrm>
          <a:prstGeom prst="rect">
            <a:avLst/>
          </a:prstGeom>
          <a:noFill/>
          <a:ln>
            <a:noFill/>
          </a:ln>
        </p:spPr>
      </p:pic>
      <p:sp>
        <p:nvSpPr>
          <p:cNvPr id="229" name="Google Shape;229;g3ef0f933b3b_0_226"/>
          <p:cNvSpPr txBox="1"/>
          <p:nvPr/>
        </p:nvSpPr>
        <p:spPr>
          <a:xfrm>
            <a:off x="4697375" y="160267"/>
            <a:ext cx="4959900" cy="24711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4300"/>
              <a:buFont typeface="Arial"/>
              <a:buNone/>
            </a:pPr>
            <a:r>
              <a:rPr b="1" i="0" lang="en-US" sz="4300" u="none" cap="none" strike="noStrike">
                <a:solidFill>
                  <a:srgbClr val="FFFFFF"/>
                </a:solidFill>
                <a:latin typeface="Arial"/>
                <a:ea typeface="Arial"/>
                <a:cs typeface="Arial"/>
                <a:sym typeface="Arial"/>
              </a:rPr>
              <a:t>Embedded Linux</a:t>
            </a:r>
            <a:br>
              <a:rPr b="1" i="0" lang="en-US" sz="4300" u="none" cap="none" strike="noStrike">
                <a:solidFill>
                  <a:srgbClr val="FFFFFF"/>
                </a:solidFill>
                <a:latin typeface="Arial"/>
                <a:ea typeface="Arial"/>
                <a:cs typeface="Arial"/>
                <a:sym typeface="Arial"/>
              </a:rPr>
            </a:br>
            <a:r>
              <a:rPr b="1" i="0" lang="en-US" sz="3600" u="none" cap="none" strike="noStrike">
                <a:solidFill>
                  <a:srgbClr val="FFFFFF"/>
                </a:solidFill>
                <a:latin typeface="Arial"/>
                <a:ea typeface="Arial"/>
                <a:cs typeface="Arial"/>
                <a:sym typeface="Arial"/>
              </a:rPr>
              <a:t>Design and Programming</a:t>
            </a:r>
            <a:endParaRPr b="1" i="0" sz="3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Arial"/>
                <a:ea typeface="Arial"/>
                <a:cs typeface="Arial"/>
                <a:sym typeface="Arial"/>
              </a:rPr>
              <a:t>X.423</a:t>
            </a:r>
            <a:endParaRPr b="1" i="0" sz="3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1" sz="19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1" sz="1900" u="none" cap="none" strike="noStrike">
              <a:solidFill>
                <a:srgbClr val="FFFFFF"/>
              </a:solidFill>
              <a:latin typeface="Arial"/>
              <a:ea typeface="Arial"/>
              <a:cs typeface="Arial"/>
              <a:sym typeface="Arial"/>
            </a:endParaRPr>
          </a:p>
        </p:txBody>
      </p:sp>
      <p:sp>
        <p:nvSpPr>
          <p:cNvPr id="230" name="Google Shape;230;g3ef0f933b3b_0_226"/>
          <p:cNvSpPr txBox="1"/>
          <p:nvPr/>
        </p:nvSpPr>
        <p:spPr>
          <a:xfrm>
            <a:off x="4816200" y="2631467"/>
            <a:ext cx="3716100" cy="2196900"/>
          </a:xfrm>
          <a:prstGeom prst="rect">
            <a:avLst/>
          </a:prstGeom>
          <a:noFill/>
          <a:ln>
            <a:noFill/>
          </a:ln>
        </p:spPr>
        <p:txBody>
          <a:bodyPr anchorCtr="0" anchor="t" bIns="121875" lIns="121875" spcFirstLastPara="1" rIns="121875" wrap="square" tIns="121875">
            <a:no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Instructor</a:t>
            </a:r>
            <a:endParaRPr b="1" i="0" sz="1500" u="none" cap="none" strike="noStrike">
              <a:solidFill>
                <a:srgbClr val="FFFFFF"/>
              </a:solidFill>
              <a:latin typeface="Arial"/>
              <a:ea typeface="Arial"/>
              <a:cs typeface="Arial"/>
              <a:sym typeface="Arial"/>
            </a:endParaRPr>
          </a:p>
          <a:p>
            <a:pPr indent="-431800" lvl="0" marL="609600" marR="0" rtl="0" algn="l">
              <a:lnSpc>
                <a:spcPct val="115000"/>
              </a:lnSpc>
              <a:spcBef>
                <a:spcPts val="130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Dr. Juergen Kienhoefer</a:t>
            </a:r>
            <a:endParaRPr b="1" i="0" sz="2000" u="none" cap="none" strike="noStrike">
              <a:solidFill>
                <a:srgbClr val="FFFFFF"/>
              </a:solidFill>
              <a:latin typeface="Arial"/>
              <a:ea typeface="Arial"/>
              <a:cs typeface="Arial"/>
              <a:sym typeface="Arial"/>
            </a:endParaRPr>
          </a:p>
          <a:p>
            <a:pPr indent="0" lvl="0" marL="609600" marR="0" rtl="0" algn="l">
              <a:lnSpc>
                <a:spcPct val="115000"/>
              </a:lnSpc>
              <a:spcBef>
                <a:spcPts val="1300"/>
              </a:spcBef>
              <a:spcAft>
                <a:spcPts val="0"/>
              </a:spcAft>
              <a:buClr>
                <a:srgbClr val="000000"/>
              </a:buClr>
              <a:buSzPts val="2000"/>
              <a:buFont typeface="Arial"/>
              <a:buNone/>
            </a:pPr>
            <a:r>
              <a:t/>
            </a:r>
            <a:endParaRPr b="1" i="0" sz="2000" u="none" cap="none" strike="noStrike">
              <a:solidFill>
                <a:srgbClr val="FFFFFF"/>
              </a:solidFill>
              <a:latin typeface="Arial"/>
              <a:ea typeface="Arial"/>
              <a:cs typeface="Arial"/>
              <a:sym typeface="Arial"/>
            </a:endParaRPr>
          </a:p>
          <a:p>
            <a:pPr indent="0" lvl="0" marL="609600" marR="0" rtl="0" algn="l">
              <a:lnSpc>
                <a:spcPct val="115000"/>
              </a:lnSpc>
              <a:spcBef>
                <a:spcPts val="1300"/>
              </a:spcBef>
              <a:spcAft>
                <a:spcPts val="0"/>
              </a:spcAft>
              <a:buClr>
                <a:srgbClr val="000000"/>
              </a:buClr>
              <a:buSzPts val="2000"/>
              <a:buFont typeface="Arial"/>
              <a:buNone/>
            </a:pPr>
            <a:r>
              <a:t/>
            </a:r>
            <a:endParaRPr b="0" i="0" sz="2000" u="none" cap="none" strike="noStrike">
              <a:solidFill>
                <a:srgbClr val="FFFFFF"/>
              </a:solidFill>
              <a:latin typeface="Arial"/>
              <a:ea typeface="Arial"/>
              <a:cs typeface="Arial"/>
              <a:sym typeface="Arial"/>
            </a:endParaRPr>
          </a:p>
          <a:p>
            <a:pPr indent="0" lvl="0" marL="0" marR="0" rtl="0" algn="l">
              <a:lnSpc>
                <a:spcPct val="115000"/>
              </a:lnSpc>
              <a:spcBef>
                <a:spcPts val="1300"/>
              </a:spcBef>
              <a:spcAft>
                <a:spcPts val="2100"/>
              </a:spcAft>
              <a:buClr>
                <a:srgbClr val="000000"/>
              </a:buClr>
              <a:buSzPts val="1500"/>
              <a:buFont typeface="Arial"/>
              <a:buNone/>
            </a:pPr>
            <a:r>
              <a:t/>
            </a:r>
            <a:endParaRPr b="0" i="0" sz="1500" u="none" cap="none" strike="noStrike">
              <a:solidFill>
                <a:srgbClr val="FFFFFF"/>
              </a:solidFill>
              <a:latin typeface="Arial"/>
              <a:ea typeface="Arial"/>
              <a:cs typeface="Arial"/>
              <a:sym typeface="Arial"/>
            </a:endParaRPr>
          </a:p>
        </p:txBody>
      </p:sp>
      <p:sp>
        <p:nvSpPr>
          <p:cNvPr id="231" name="Google Shape;231;g3ef0f933b3b_0_226"/>
          <p:cNvSpPr txBox="1"/>
          <p:nvPr/>
        </p:nvSpPr>
        <p:spPr>
          <a:xfrm>
            <a:off x="4745725" y="5957923"/>
            <a:ext cx="4685700" cy="606000"/>
          </a:xfrm>
          <a:prstGeom prst="rect">
            <a:avLst/>
          </a:prstGeom>
          <a:noFill/>
          <a:ln>
            <a:noFill/>
          </a:ln>
        </p:spPr>
        <p:txBody>
          <a:bodyPr anchorCtr="0" anchor="t"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95959"/>
                </a:solidFill>
                <a:latin typeface="Arial"/>
                <a:ea typeface="Arial"/>
                <a:cs typeface="Arial"/>
                <a:sym typeface="Arial"/>
              </a:rPr>
              <a:t>E: jkienhoe@ucsc.edu</a:t>
            </a:r>
            <a:endParaRPr b="0" i="0" sz="1500" u="none" cap="none" strike="noStrike">
              <a:solidFill>
                <a:srgbClr val="59595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595959"/>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1"/>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chemeClr val="lt1"/>
                </a:solidFill>
                <a:latin typeface="Arial"/>
                <a:ea typeface="Arial"/>
                <a:cs typeface="Arial"/>
                <a:sym typeface="Arial"/>
              </a:rPr>
              <a:t>Building Embedded Linux on the RPi4</a:t>
            </a:r>
            <a:endParaRPr>
              <a:solidFill>
                <a:schemeClr val="lt1"/>
              </a:solidFill>
            </a:endParaRPr>
          </a:p>
        </p:txBody>
      </p:sp>
      <p:sp>
        <p:nvSpPr>
          <p:cNvPr id="238" name="Google Shape;238;p1"/>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Instructor: </a:t>
            </a:r>
            <a:r>
              <a:rPr lang="en-US" sz="1400">
                <a:solidFill>
                  <a:srgbClr val="152334"/>
                </a:solidFill>
              </a:rPr>
              <a:t>Juergen Kienhoefer</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UCSC Extension — Professional Program</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Summer/Fall 2026</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A hands-on journey from blank SD card to booting Linux on real hardware.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43" name="Shape 243"/>
        <p:cNvGrpSpPr/>
        <p:nvPr/>
      </p:nvGrpSpPr>
      <p:grpSpPr>
        <a:xfrm>
          <a:off x="0" y="0"/>
          <a:ext cx="0" cy="0"/>
          <a:chOff x="0" y="0"/>
          <a:chExt cx="0" cy="0"/>
        </a:xfrm>
      </p:grpSpPr>
      <p:sp>
        <p:nvSpPr>
          <p:cNvPr id="244" name="Google Shape;244;p2"/>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
          <p:cNvSpPr/>
          <p:nvPr/>
        </p:nvSpPr>
        <p:spPr>
          <a:xfrm>
            <a:off x="0" y="0"/>
            <a:ext cx="9144000" cy="152400"/>
          </a:xfrm>
          <a:prstGeom prst="rect">
            <a:avLst/>
          </a:prstGeom>
          <a:solidFill>
            <a:srgbClr val="E6862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The Course Project</a:t>
            </a:r>
            <a:endParaRPr/>
          </a:p>
        </p:txBody>
      </p:sp>
      <p:sp>
        <p:nvSpPr>
          <p:cNvPr id="247" name="Google Shape;24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rgbClr val="152334"/>
                </a:solidFill>
                <a:latin typeface="Arial"/>
                <a:ea typeface="Arial"/>
                <a:cs typeface="Arial"/>
                <a:sym typeface="Arial"/>
              </a:rPr>
              <a:t>Build a bootable RPi4 system from scratch</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What you'll produce by Session 10:</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SD card that boots to a shell prompt on the RPi4</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Cross-compiled Linux kernel with custom configuration</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Minimal root filesystem you built yourself</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U-Boot bootloader configured and understood</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A running C application on the target (embedded Linux app)</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Remote debugging via GDB over serial</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i="1" lang="en-US" sz="1400">
                <a:solidFill>
                  <a:srgbClr val="152334"/>
                </a:solidFill>
              </a:rPr>
              <a:t>All built with your own toolchain, not a pre-made image.</a:t>
            </a:r>
            <a:endParaRPr b="1" i="1"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52" name="Shape 252"/>
        <p:cNvGrpSpPr/>
        <p:nvPr/>
      </p:nvGrpSpPr>
      <p:grpSpPr>
        <a:xfrm>
          <a:off x="0" y="0"/>
          <a:ext cx="0" cy="0"/>
          <a:chOff x="0" y="0"/>
          <a:chExt cx="0" cy="0"/>
        </a:xfrm>
      </p:grpSpPr>
      <p:sp>
        <p:nvSpPr>
          <p:cNvPr id="253" name="Google Shape;253;p3"/>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3"/>
          <p:cNvSpPr/>
          <p:nvPr/>
        </p:nvSpPr>
        <p:spPr>
          <a:xfrm>
            <a:off x="0" y="0"/>
            <a:ext cx="9144000" cy="152400"/>
          </a:xfrm>
          <a:prstGeom prst="rect">
            <a:avLst/>
          </a:prstGeom>
          <a:solidFill>
            <a:srgbClr val="197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What "From Scratch" Means</a:t>
            </a:r>
            <a:endParaRPr/>
          </a:p>
        </p:txBody>
      </p:sp>
      <p:sp>
        <p:nvSpPr>
          <p:cNvPr id="256" name="Google Shape;256;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Cross-compile the kernel</a:t>
            </a:r>
            <a:endParaRPr/>
          </a:p>
          <a:p>
            <a:pPr indent="-260350" lvl="1" marL="74295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Build on x86, run on ARM64 (aarch64)</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Build the root filesystem</a:t>
            </a:r>
            <a:endParaRPr/>
          </a:p>
          <a:p>
            <a:pPr indent="-260350" lvl="1" marL="74295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 Select libraries, init system, device nodes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Configure the bootloader</a:t>
            </a:r>
            <a:endParaRPr/>
          </a:p>
          <a:p>
            <a:pPr indent="-260350" lvl="1" marL="74295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 U-Boot: boot sequence, environment variables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Write and deploy an application</a:t>
            </a:r>
            <a:endParaRPr/>
          </a:p>
          <a:p>
            <a:pPr indent="-260350" lvl="1" marL="74295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 C program, cross-compiled, transferred to target</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Debug on real hardware</a:t>
            </a:r>
            <a:endParaRPr/>
          </a:p>
          <a:p>
            <a:pPr indent="-260350" lvl="1" marL="74295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 Serial console, remote GDB, LED blinking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61" name="Shape 261"/>
        <p:cNvGrpSpPr/>
        <p:nvPr/>
      </p:nvGrpSpPr>
      <p:grpSpPr>
        <a:xfrm>
          <a:off x="0" y="0"/>
          <a:ext cx="0" cy="0"/>
          <a:chOff x="0" y="0"/>
          <a:chExt cx="0" cy="0"/>
        </a:xfrm>
      </p:grpSpPr>
      <p:sp>
        <p:nvSpPr>
          <p:cNvPr id="262" name="Google Shape;262;p4"/>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4"/>
          <p:cNvSpPr/>
          <p:nvPr/>
        </p:nvSpPr>
        <p:spPr>
          <a:xfrm>
            <a:off x="0" y="0"/>
            <a:ext cx="9144000" cy="152400"/>
          </a:xfrm>
          <a:prstGeom prst="rect">
            <a:avLst/>
          </a:prstGeom>
          <a:solidFill>
            <a:srgbClr val="3D6FF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The 10-Session Roadmap</a:t>
            </a:r>
            <a:endParaRPr/>
          </a:p>
        </p:txBody>
      </p:sp>
      <p:sp>
        <p:nvSpPr>
          <p:cNvPr id="265" name="Google Shape;265;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Session 1  →  Introduction &amp; First Boot  [YOU ARE HERE]</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2  →  Toolchains &amp; Bootloaders</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3  →  Yocto &amp; Buildroot</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4  →  System Architecture &amp; Storage</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5  →  Linux Kernel Overview</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6  →  Kernel Architecture &amp; Device Trees</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7  →  Systems Programming</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8  →  Embedded Applications</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9  →  Debug &amp; Profiling</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10 →  Realtime Systems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i="1" lang="en-US" sz="1400">
                <a:solidFill>
                  <a:srgbClr val="152334"/>
                </a:solidFill>
              </a:rPr>
              <a:t>Each session maps to a layer in the build pipeline.</a:t>
            </a:r>
            <a:endParaRPr b="1"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70" name="Shape 270"/>
        <p:cNvGrpSpPr/>
        <p:nvPr/>
      </p:nvGrpSpPr>
      <p:grpSpPr>
        <a:xfrm>
          <a:off x="0" y="0"/>
          <a:ext cx="0" cy="0"/>
          <a:chOff x="0" y="0"/>
          <a:chExt cx="0" cy="0"/>
        </a:xfrm>
      </p:grpSpPr>
      <p:sp>
        <p:nvSpPr>
          <p:cNvPr id="271" name="Google Shape;271;p5"/>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5"/>
          <p:cNvSpPr/>
          <p:nvPr/>
        </p:nvSpPr>
        <p:spPr>
          <a:xfrm>
            <a:off x="0" y="0"/>
            <a:ext cx="9144000" cy="152400"/>
          </a:xfrm>
          <a:prstGeom prst="rect">
            <a:avLst/>
          </a:prstGeom>
          <a:solidFill>
            <a:srgbClr val="F0B3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What You Need</a:t>
            </a:r>
            <a:endParaRPr/>
          </a:p>
        </p:txBody>
      </p:sp>
      <p:sp>
        <p:nvSpPr>
          <p:cNvPr id="274" name="Google Shape;274;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Hardware:</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Raspberry Pi 4 Model B (2GB+ RAM)</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MicroSD card (16GB+, Class 10)</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USB-to-TTL serial cable (3.3V, e.g., FTDI FT232R)</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Ethernet cable or WiFi for your network</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5V USB-C power supply for RPi4</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Prerequisites:</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C/C++ programming (comfortable)</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Linux command line (basic navigation, file ops)</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Bare-metal/embedded experience (helpful, not required)</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AI for Programmers session (completed)</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Software: Linux workstation (Ubuntu 22.04+ recommended)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79" name="Shape 279"/>
        <p:cNvGrpSpPr/>
        <p:nvPr/>
      </p:nvGrpSpPr>
      <p:grpSpPr>
        <a:xfrm>
          <a:off x="0" y="0"/>
          <a:ext cx="0" cy="0"/>
          <a:chOff x="0" y="0"/>
          <a:chExt cx="0" cy="0"/>
        </a:xfrm>
      </p:grpSpPr>
      <p:sp>
        <p:nvSpPr>
          <p:cNvPr id="280" name="Google Shape;280;p6"/>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6"/>
          <p:cNvSpPr/>
          <p:nvPr/>
        </p:nvSpPr>
        <p:spPr>
          <a:xfrm>
            <a:off x="0" y="0"/>
            <a:ext cx="9144000" cy="152400"/>
          </a:xfrm>
          <a:prstGeom prst="rect">
            <a:avLst/>
          </a:prstGeom>
          <a:solidFill>
            <a:srgbClr val="E6862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6"/>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chemeClr val="lt1"/>
                </a:solidFill>
                <a:latin typeface="Arial"/>
                <a:ea typeface="Arial"/>
                <a:cs typeface="Arial"/>
                <a:sym typeface="Arial"/>
              </a:rPr>
              <a:t>What Makes Embedded Linux Different</a:t>
            </a:r>
            <a:endParaRPr>
              <a:solidFill>
                <a:schemeClr val="lt1"/>
              </a:solidFill>
            </a:endParaRPr>
          </a:p>
        </p:txBody>
      </p:sp>
      <p:sp>
        <p:nvSpPr>
          <p:cNvPr id="283" name="Google Shape;283;p6"/>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1400">
              <a:solidFill>
                <a:srgbClr val="152334"/>
              </a:solidFill>
            </a:endParaRPr>
          </a:p>
          <a:p>
            <a:pPr indent="0" lvl="0" marL="0" rtl="0" algn="l">
              <a:spcBef>
                <a:spcPts val="0"/>
              </a:spcBef>
              <a:spcAft>
                <a:spcPts val="0"/>
              </a:spcAft>
              <a:buNone/>
            </a:pPr>
            <a:r>
              <a:rPr lang="en-US" sz="1400">
                <a:solidFill>
                  <a:srgbClr val="152334"/>
                </a:solidFill>
              </a:rPr>
              <a:t>One Word: </a:t>
            </a:r>
            <a:r>
              <a:rPr b="1" lang="en-US" sz="1400">
                <a:solidFill>
                  <a:srgbClr val="152334"/>
                </a:solidFill>
              </a:rPr>
              <a:t>MMU</a:t>
            </a:r>
            <a:endParaRPr b="1" sz="1400">
              <a:solidFill>
                <a:srgbClr val="152334"/>
              </a:solidFill>
            </a:endParaRPr>
          </a:p>
          <a:p>
            <a:pPr indent="0" lvl="0" marL="0" rtl="0" algn="l">
              <a:spcBef>
                <a:spcPts val="0"/>
              </a:spcBef>
              <a:spcAft>
                <a:spcPts val="0"/>
              </a:spcAft>
              <a:buNone/>
            </a:pPr>
            <a:r>
              <a:t/>
            </a:r>
            <a:endParaRPr sz="1400">
              <a:solidFill>
                <a:srgbClr val="152334"/>
              </a:solidFill>
            </a:endParaRPr>
          </a:p>
          <a:p>
            <a:pPr indent="0" lvl="0" marL="0" rtl="0" algn="l">
              <a:spcBef>
                <a:spcPts val="0"/>
              </a:spcBef>
              <a:spcAft>
                <a:spcPts val="0"/>
              </a:spcAft>
              <a:buNone/>
            </a:pPr>
            <a:r>
              <a:rPr lang="en-US" sz="1400">
                <a:solidFill>
                  <a:srgbClr val="152334"/>
                </a:solidFill>
                <a:latin typeface="Arial"/>
                <a:ea typeface="Arial"/>
                <a:cs typeface="Arial"/>
                <a:sym typeface="Arial"/>
              </a:rPr>
              <a:t>Constrained resources</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Limited RAM, flash, CPU compared to servers</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Cross-development is mandatory</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Target can't build its own software</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Boot process is explicit and configurable</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No BIOS/UEFI hand-holding; you control every step</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No GUI by default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Serial console is the primary interface</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Hardware-specific configuration</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Device trees describe the board to the kernel</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Updates are deliberate</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OTA updates must be designed, not assumed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88" name="Shape 288"/>
        <p:cNvGrpSpPr/>
        <p:nvPr/>
      </p:nvGrpSpPr>
      <p:grpSpPr>
        <a:xfrm>
          <a:off x="0" y="0"/>
          <a:ext cx="0" cy="0"/>
          <a:chOff x="0" y="0"/>
          <a:chExt cx="0" cy="0"/>
        </a:xfrm>
      </p:grpSpPr>
      <p:sp>
        <p:nvSpPr>
          <p:cNvPr id="289" name="Google Shape;289;p7"/>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7"/>
          <p:cNvSpPr/>
          <p:nvPr/>
        </p:nvSpPr>
        <p:spPr>
          <a:xfrm>
            <a:off x="0" y="0"/>
            <a:ext cx="9144000" cy="152400"/>
          </a:xfrm>
          <a:prstGeom prst="rect">
            <a:avLst/>
          </a:prstGeom>
          <a:solidFill>
            <a:srgbClr val="197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The Embedded Linux Architecture Stack</a:t>
            </a:r>
            <a:endParaRPr/>
          </a:p>
        </p:txBody>
      </p:sp>
      <p:sp>
        <p:nvSpPr>
          <p:cNvPr id="292" name="Google Shape;292;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solidFill>
                  <a:srgbClr val="152334"/>
                </a:solidFill>
                <a:latin typeface="Arial"/>
                <a:ea typeface="Arial"/>
                <a:cs typeface="Arial"/>
                <a:sym typeface="Arial"/>
              </a:rPr>
              <a: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Application           				</a:t>
            </a:r>
            <a:r>
              <a:rPr lang="en-US" sz="1400">
                <a:solidFill>
                  <a:srgbClr val="152334"/>
                </a:solidFill>
              </a:rPr>
              <a:t>   </a:t>
            </a:r>
            <a:r>
              <a:rPr lang="en-US" sz="1400">
                <a:solidFill>
                  <a:srgbClr val="152334"/>
                </a:solidFill>
                <a:latin typeface="Arial"/>
                <a:ea typeface="Arial"/>
                <a:cs typeface="Arial"/>
                <a:sym typeface="Arial"/>
              </a:rPr>
              <a:t>│  ← Your code</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Root Filesystem              </a:t>
            </a:r>
            <a:r>
              <a:rPr lang="en-US" sz="1400">
                <a:solidFill>
                  <a:srgbClr val="152334"/>
                </a:solidFill>
              </a:rPr>
              <a:t>			   </a:t>
            </a:r>
            <a:r>
              <a:rPr lang="en-US" sz="1400">
                <a:solidFill>
                  <a:srgbClr val="152334"/>
                </a:solidFill>
                <a:latin typeface="Arial"/>
                <a:ea typeface="Arial"/>
                <a:cs typeface="Arial"/>
                <a:sym typeface="Arial"/>
              </a:rPr>
              <a:t>│  ← Libraries, init, config</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Linux Kernel        				   │  ← Drivers, scheduling, MM</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Bootloader (U-Boot)      			   │  ← HW init, kernel load</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Hardware (RPi4)     				   │  ← BCM2711, Cortex-A72</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Each layer is a course topic. We build bottom-up.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97" name="Shape 297"/>
        <p:cNvGrpSpPr/>
        <p:nvPr/>
      </p:nvGrpSpPr>
      <p:grpSpPr>
        <a:xfrm>
          <a:off x="0" y="0"/>
          <a:ext cx="0" cy="0"/>
          <a:chOff x="0" y="0"/>
          <a:chExt cx="0" cy="0"/>
        </a:xfrm>
      </p:grpSpPr>
      <p:sp>
        <p:nvSpPr>
          <p:cNvPr id="298" name="Google Shape;298;p8"/>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8"/>
          <p:cNvSpPr/>
          <p:nvPr/>
        </p:nvSpPr>
        <p:spPr>
          <a:xfrm>
            <a:off x="0" y="0"/>
            <a:ext cx="9144000" cy="152400"/>
          </a:xfrm>
          <a:prstGeom prst="rect">
            <a:avLst/>
          </a:prstGeom>
          <a:solidFill>
            <a:srgbClr val="3D6FF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Why Linux for Embedded</a:t>
            </a:r>
            <a:endParaRPr/>
          </a:p>
        </p:txBody>
      </p:sp>
      <p:sp>
        <p:nvSpPr>
          <p:cNvPr id="301" name="Google Shape;301;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rPr b="1" lang="en-US" sz="1400">
                <a:solidFill>
                  <a:srgbClr val="152334"/>
                </a:solidFill>
              </a:rPr>
              <a:t>Open source — full source code access</a:t>
            </a:r>
            <a:endParaRPr b="1"/>
          </a:p>
          <a:p>
            <a:pPr indent="0" lvl="0" marL="0" rtl="0" algn="l">
              <a:spcBef>
                <a:spcPts val="280"/>
              </a:spcBef>
              <a:spcAft>
                <a:spcPts val="0"/>
              </a:spcAft>
              <a:buNone/>
            </a:pPr>
            <a:r>
              <a:rPr lang="en-US" sz="1400">
                <a:solidFill>
                  <a:srgbClr val="152334"/>
                </a:solidFill>
                <a:latin typeface="Arial"/>
                <a:ea typeface="Arial"/>
                <a:cs typeface="Arial"/>
                <a:sym typeface="Arial"/>
              </a:rPr>
              <a:t>  • Modify kernel, drivers, bootloader freely</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lang="en-US" sz="1400">
                <a:solidFill>
                  <a:srgbClr val="152334"/>
                </a:solidFill>
              </a:rPr>
              <a:t>Massive hardware support</a:t>
            </a:r>
            <a:endParaRPr b="1"/>
          </a:p>
          <a:p>
            <a:pPr indent="0" lvl="0" marL="0" rtl="0" algn="l">
              <a:spcBef>
                <a:spcPts val="280"/>
              </a:spcBef>
              <a:spcAft>
                <a:spcPts val="0"/>
              </a:spcAft>
              <a:buNone/>
            </a:pPr>
            <a:r>
              <a:rPr lang="en-US" sz="1400">
                <a:solidFill>
                  <a:srgbClr val="152334"/>
                </a:solidFill>
                <a:latin typeface="Arial"/>
                <a:ea typeface="Arial"/>
                <a:cs typeface="Arial"/>
                <a:sym typeface="Arial"/>
              </a:rPr>
              <a:t>  • Mainline kernel supports RPi4, NXP, TI, Microchip...</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lang="en-US" sz="1400">
                <a:solidFill>
                  <a:srgbClr val="152334"/>
                </a:solidFill>
              </a:rPr>
              <a:t>Rich driver ecosystem</a:t>
            </a:r>
            <a:endParaRPr b="1"/>
          </a:p>
          <a:p>
            <a:pPr indent="0" lvl="0" marL="0" rtl="0" algn="l">
              <a:spcBef>
                <a:spcPts val="280"/>
              </a:spcBef>
              <a:spcAft>
                <a:spcPts val="0"/>
              </a:spcAft>
              <a:buNone/>
            </a:pPr>
            <a:r>
              <a:rPr lang="en-US" sz="1400">
                <a:solidFill>
                  <a:srgbClr val="152334"/>
                </a:solidFill>
                <a:latin typeface="Arial"/>
                <a:ea typeface="Arial"/>
                <a:cs typeface="Arial"/>
                <a:sym typeface="Arial"/>
              </a:rPr>
              <a:t>  • USB, networking, GPU, SPI, I2C, UART — all upstream</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lang="en-US" sz="1400">
                <a:solidFill>
                  <a:srgbClr val="152334"/>
                </a:solidFill>
              </a:rPr>
              <a:t>Mature toolchain</a:t>
            </a:r>
            <a:endParaRPr b="1"/>
          </a:p>
          <a:p>
            <a:pPr indent="0" lvl="0" marL="0" rtl="0" algn="l">
              <a:spcBef>
                <a:spcPts val="280"/>
              </a:spcBef>
              <a:spcAft>
                <a:spcPts val="0"/>
              </a:spcAft>
              <a:buNone/>
            </a:pPr>
            <a:r>
              <a:rPr lang="en-US" sz="1400">
                <a:solidFill>
                  <a:srgbClr val="152334"/>
                </a:solidFill>
                <a:latin typeface="Arial"/>
                <a:ea typeface="Arial"/>
                <a:cs typeface="Arial"/>
                <a:sym typeface="Arial"/>
              </a:rPr>
              <a:t>  • GCC, GDB, binutils — production quality, decades of use</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lang="en-US" sz="1400">
                <a:solidFill>
                  <a:srgbClr val="152334"/>
                </a:solidFill>
              </a:rPr>
              <a:t>Community and documentation</a:t>
            </a:r>
            <a:endParaRPr b="1"/>
          </a:p>
          <a:p>
            <a:pPr indent="0" lvl="0" marL="0" rtl="0" algn="l">
              <a:spcBef>
                <a:spcPts val="280"/>
              </a:spcBef>
              <a:spcAft>
                <a:spcPts val="0"/>
              </a:spcAft>
              <a:buNone/>
            </a:pPr>
            <a:r>
              <a:rPr lang="en-US" sz="1400">
                <a:solidFill>
                  <a:srgbClr val="152334"/>
                </a:solidFill>
                <a:latin typeface="Arial"/>
                <a:ea typeface="Arial"/>
                <a:cs typeface="Arial"/>
                <a:sym typeface="Arial"/>
              </a:rPr>
              <a:t>  • Kernel docs, </a:t>
            </a:r>
            <a:r>
              <a:rPr b="1" i="1" lang="en-US" sz="1400">
                <a:solidFill>
                  <a:srgbClr val="152334"/>
                </a:solidFill>
              </a:rPr>
              <a:t>Bootlin training</a:t>
            </a:r>
            <a:r>
              <a:rPr lang="en-US" sz="1400">
                <a:solidFill>
                  <a:srgbClr val="152334"/>
                </a:solidFill>
                <a:latin typeface="Arial"/>
                <a:ea typeface="Arial"/>
                <a:cs typeface="Arial"/>
                <a:sym typeface="Arial"/>
              </a:rPr>
              <a:t>, LWN articles</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lang="en-US" sz="1400">
                <a:solidFill>
                  <a:srgbClr val="152334"/>
                </a:solidFill>
              </a:rPr>
              <a:t>GPL licensing implications</a:t>
            </a:r>
            <a:endParaRPr b="1"/>
          </a:p>
          <a:p>
            <a:pPr indent="0" lvl="0" marL="0" rtl="0" algn="l">
              <a:spcBef>
                <a:spcPts val="280"/>
              </a:spcBef>
              <a:spcAft>
                <a:spcPts val="0"/>
              </a:spcAft>
              <a:buNone/>
            </a:pPr>
            <a:r>
              <a:rPr lang="en-US" sz="1400">
                <a:solidFill>
                  <a:srgbClr val="152334"/>
                </a:solidFill>
                <a:latin typeface="Arial"/>
                <a:ea typeface="Arial"/>
                <a:cs typeface="Arial"/>
                <a:sym typeface="Arial"/>
              </a:rPr>
              <a:t>  • Kernel modifications must be shared if distributed</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Userspace (LGPL, BSD, MIT) is more permissive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06" name="Shape 306"/>
        <p:cNvGrpSpPr/>
        <p:nvPr/>
      </p:nvGrpSpPr>
      <p:grpSpPr>
        <a:xfrm>
          <a:off x="0" y="0"/>
          <a:ext cx="0" cy="0"/>
          <a:chOff x="0" y="0"/>
          <a:chExt cx="0" cy="0"/>
        </a:xfrm>
      </p:grpSpPr>
      <p:sp>
        <p:nvSpPr>
          <p:cNvPr id="307" name="Google Shape;307;p9"/>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9"/>
          <p:cNvSpPr/>
          <p:nvPr/>
        </p:nvSpPr>
        <p:spPr>
          <a:xfrm>
            <a:off x="0" y="0"/>
            <a:ext cx="9144000" cy="152400"/>
          </a:xfrm>
          <a:prstGeom prst="rect">
            <a:avLst/>
          </a:prstGeom>
          <a:solidFill>
            <a:srgbClr val="F0B3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The Design Space</a:t>
            </a:r>
            <a:endParaRPr/>
          </a:p>
        </p:txBody>
      </p:sp>
      <p:sp>
        <p:nvSpPr>
          <p:cNvPr id="310" name="Google Shape;310;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36233" lvl="0" marL="342900" rtl="0" algn="l">
              <a:spcBef>
                <a:spcPts val="0"/>
              </a:spcBef>
              <a:spcAft>
                <a:spcPts val="0"/>
              </a:spcAft>
              <a:buClr>
                <a:srgbClr val="152334"/>
              </a:buClr>
              <a:buSzPct val="100000"/>
              <a:buChar char="●"/>
            </a:pPr>
            <a:r>
              <a:rPr lang="en-US" sz="1400">
                <a:solidFill>
                  <a:srgbClr val="152334"/>
                </a:solidFill>
                <a:latin typeface="Arial"/>
                <a:ea typeface="Arial"/>
                <a:cs typeface="Arial"/>
                <a:sym typeface="Arial"/>
              </a:rPr>
              <a:t>Same RPi4 hardware — many possible systems:</a:t>
            </a:r>
            <a:endParaRPr/>
          </a:p>
          <a:p>
            <a:pPr indent="-254000" lvl="0" marL="342900" rtl="0" algn="l">
              <a:spcBef>
                <a:spcPts val="280"/>
              </a:spcBef>
              <a:spcAft>
                <a:spcPts val="0"/>
              </a:spcAft>
              <a:buClr>
                <a:schemeClr val="dk1"/>
              </a:buClr>
              <a:buSzPct val="100000"/>
              <a:buNone/>
            </a:pPr>
            <a:r>
              <a:t/>
            </a:r>
            <a:endParaRPr sz="1400">
              <a:solidFill>
                <a:srgbClr val="152334"/>
              </a:solidFill>
              <a:latin typeface="Arial"/>
              <a:ea typeface="Arial"/>
              <a:cs typeface="Arial"/>
              <a:sym typeface="Arial"/>
            </a:endParaRPr>
          </a:p>
          <a:p>
            <a:pPr indent="-336233" lvl="0" marL="342900" rtl="0" algn="l">
              <a:spcBef>
                <a:spcPts val="280"/>
              </a:spcBef>
              <a:spcAft>
                <a:spcPts val="0"/>
              </a:spcAft>
              <a:buClr>
                <a:srgbClr val="152334"/>
              </a:buClr>
              <a:buSzPct val="100000"/>
              <a:buChar char="●"/>
            </a:pPr>
            <a:r>
              <a:rPr lang="en-US" sz="1400">
                <a:solidFill>
                  <a:srgbClr val="152334"/>
                </a:solidFill>
                <a:latin typeface="Arial"/>
                <a:ea typeface="Arial"/>
                <a:cs typeface="Arial"/>
                <a:sym typeface="Arial"/>
              </a:rPr>
              <a:t>Minimal real-time controller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Small rootfs, PREEMPT_RT kernel, bare application</a:t>
            </a:r>
            <a:endParaRPr/>
          </a:p>
          <a:p>
            <a:pPr indent="-254000" lvl="0" marL="342900" rtl="0" algn="l">
              <a:spcBef>
                <a:spcPts val="280"/>
              </a:spcBef>
              <a:spcAft>
                <a:spcPts val="0"/>
              </a:spcAft>
              <a:buClr>
                <a:schemeClr val="dk1"/>
              </a:buClr>
              <a:buSzPct val="100000"/>
              <a:buNone/>
            </a:pPr>
            <a:r>
              <a:t/>
            </a:r>
            <a:endParaRPr sz="1400">
              <a:solidFill>
                <a:srgbClr val="152334"/>
              </a:solidFill>
              <a:latin typeface="Arial"/>
              <a:ea typeface="Arial"/>
              <a:cs typeface="Arial"/>
              <a:sym typeface="Arial"/>
            </a:endParaRPr>
          </a:p>
          <a:p>
            <a:pPr indent="-336233" lvl="0" marL="342900" rtl="0" algn="l">
              <a:spcBef>
                <a:spcPts val="280"/>
              </a:spcBef>
              <a:spcAft>
                <a:spcPts val="0"/>
              </a:spcAft>
              <a:buClr>
                <a:srgbClr val="152334"/>
              </a:buClr>
              <a:buSzPct val="100000"/>
              <a:buChar char="●"/>
            </a:pPr>
            <a:r>
              <a:rPr lang="en-US" sz="1400">
                <a:solidFill>
                  <a:srgbClr val="152334"/>
                </a:solidFill>
                <a:latin typeface="Arial"/>
                <a:ea typeface="Arial"/>
                <a:cs typeface="Arial"/>
                <a:sym typeface="Arial"/>
              </a:rPr>
              <a:t>Network appliance / gateway</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Full networking stack, firewall, web interface</a:t>
            </a:r>
            <a:endParaRPr/>
          </a:p>
          <a:p>
            <a:pPr indent="-254000" lvl="0" marL="342900" rtl="0" algn="l">
              <a:spcBef>
                <a:spcPts val="280"/>
              </a:spcBef>
              <a:spcAft>
                <a:spcPts val="0"/>
              </a:spcAft>
              <a:buClr>
                <a:schemeClr val="dk1"/>
              </a:buClr>
              <a:buSzPct val="100000"/>
              <a:buNone/>
            </a:pPr>
            <a:r>
              <a:t/>
            </a:r>
            <a:endParaRPr sz="1400">
              <a:solidFill>
                <a:srgbClr val="152334"/>
              </a:solidFill>
              <a:latin typeface="Arial"/>
              <a:ea typeface="Arial"/>
              <a:cs typeface="Arial"/>
              <a:sym typeface="Arial"/>
            </a:endParaRPr>
          </a:p>
          <a:p>
            <a:pPr indent="-336233" lvl="0" marL="342900" rtl="0" algn="l">
              <a:spcBef>
                <a:spcPts val="280"/>
              </a:spcBef>
              <a:spcAft>
                <a:spcPts val="0"/>
              </a:spcAft>
              <a:buClr>
                <a:srgbClr val="152334"/>
              </a:buClr>
              <a:buSzPct val="100000"/>
              <a:buChar char="●"/>
            </a:pPr>
            <a:r>
              <a:rPr lang="en-US" sz="1400">
                <a:solidFill>
                  <a:srgbClr val="152334"/>
                </a:solidFill>
                <a:latin typeface="Arial"/>
                <a:ea typeface="Arial"/>
                <a:cs typeface="Arial"/>
                <a:sym typeface="Arial"/>
              </a:rPr>
              <a:t>AI edge inference device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TensorFlow Lite, camera input, GPU acceleration</a:t>
            </a:r>
            <a:endParaRPr/>
          </a:p>
          <a:p>
            <a:pPr indent="-254000" lvl="0" marL="342900" rtl="0" algn="l">
              <a:spcBef>
                <a:spcPts val="280"/>
              </a:spcBef>
              <a:spcAft>
                <a:spcPts val="0"/>
              </a:spcAft>
              <a:buClr>
                <a:schemeClr val="dk1"/>
              </a:buClr>
              <a:buSzPct val="100000"/>
              <a:buNone/>
            </a:pPr>
            <a:r>
              <a:t/>
            </a:r>
            <a:endParaRPr sz="1400">
              <a:solidFill>
                <a:srgbClr val="152334"/>
              </a:solidFill>
              <a:latin typeface="Arial"/>
              <a:ea typeface="Arial"/>
              <a:cs typeface="Arial"/>
              <a:sym typeface="Arial"/>
            </a:endParaRPr>
          </a:p>
          <a:p>
            <a:pPr indent="-336233" lvl="0" marL="342900" rtl="0" algn="l">
              <a:spcBef>
                <a:spcPts val="280"/>
              </a:spcBef>
              <a:spcAft>
                <a:spcPts val="0"/>
              </a:spcAft>
              <a:buClr>
                <a:srgbClr val="152334"/>
              </a:buClr>
              <a:buSzPct val="100000"/>
              <a:buChar char="●"/>
            </a:pPr>
            <a:r>
              <a:rPr lang="en-US" sz="1400">
                <a:solidFill>
                  <a:srgbClr val="152334"/>
                </a:solidFill>
                <a:latin typeface="Arial"/>
                <a:ea typeface="Arial"/>
                <a:cs typeface="Arial"/>
                <a:sym typeface="Arial"/>
              </a:rPr>
              <a:t>Desktop replacement</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X11/Wayland, browser, full Debian userspace</a:t>
            </a:r>
            <a:endParaRPr/>
          </a:p>
          <a:p>
            <a:pPr indent="-254000" lvl="0" marL="342900" rtl="0" algn="l">
              <a:spcBef>
                <a:spcPts val="280"/>
              </a:spcBef>
              <a:spcAft>
                <a:spcPts val="0"/>
              </a:spcAft>
              <a:buClr>
                <a:schemeClr val="dk1"/>
              </a:buClr>
              <a:buSzPct val="100000"/>
              <a:buNone/>
            </a:pPr>
            <a:r>
              <a:t/>
            </a:r>
            <a:endParaRPr sz="1400">
              <a:solidFill>
                <a:srgbClr val="152334"/>
              </a:solidFill>
              <a:latin typeface="Arial"/>
              <a:ea typeface="Arial"/>
              <a:cs typeface="Arial"/>
              <a:sym typeface="Arial"/>
            </a:endParaRPr>
          </a:p>
          <a:p>
            <a:pPr indent="-336233" lvl="0" marL="342900" rtl="0" algn="l">
              <a:spcBef>
                <a:spcPts val="280"/>
              </a:spcBef>
              <a:spcAft>
                <a:spcPts val="0"/>
              </a:spcAft>
              <a:buClr>
                <a:srgbClr val="152334"/>
              </a:buClr>
              <a:buSzPct val="100000"/>
              <a:buChar char="●"/>
            </a:pPr>
            <a:r>
              <a:rPr lang="en-US" sz="1400">
                <a:solidFill>
                  <a:srgbClr val="152334"/>
                </a:solidFill>
                <a:latin typeface="Arial"/>
                <a:ea typeface="Arial"/>
                <a:cs typeface="Arial"/>
                <a:sym typeface="Arial"/>
              </a:rPr>
              <a:t>Your design choices determine: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Kernel features enabled</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Rootfs size and contents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Boot time requirements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Real-time behavior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15" name="Shape 315"/>
        <p:cNvGrpSpPr/>
        <p:nvPr/>
      </p:nvGrpSpPr>
      <p:grpSpPr>
        <a:xfrm>
          <a:off x="0" y="0"/>
          <a:ext cx="0" cy="0"/>
          <a:chOff x="0" y="0"/>
          <a:chExt cx="0" cy="0"/>
        </a:xfrm>
      </p:grpSpPr>
      <p:sp>
        <p:nvSpPr>
          <p:cNvPr id="316" name="Google Shape;316;p10"/>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0"/>
          <p:cNvSpPr/>
          <p:nvPr/>
        </p:nvSpPr>
        <p:spPr>
          <a:xfrm>
            <a:off x="0" y="0"/>
            <a:ext cx="9144000" cy="152400"/>
          </a:xfrm>
          <a:prstGeom prst="rect">
            <a:avLst/>
          </a:prstGeom>
          <a:solidFill>
            <a:srgbClr val="E6862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10"/>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chemeClr val="lt1"/>
                </a:solidFill>
                <a:latin typeface="Arial"/>
                <a:ea typeface="Arial"/>
                <a:cs typeface="Arial"/>
                <a:sym typeface="Arial"/>
              </a:rPr>
              <a:t>Cross-Development</a:t>
            </a:r>
            <a:endParaRPr>
              <a:solidFill>
                <a:schemeClr val="lt1"/>
              </a:solidFill>
            </a:endParaRPr>
          </a:p>
        </p:txBody>
      </p:sp>
      <p:sp>
        <p:nvSpPr>
          <p:cNvPr id="319" name="Google Shape;319;p10"/>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Build on x86 → Run on ARM</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Host (your workstation):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x86_64, powerful, runs IDE and compiler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Produces ARM64 binaries via cross-compiler</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Target (RPi4):</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 (ARMv8-A), limited resources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Runs the compiled binaries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The cross-compiler: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aarch64-none-linux-gnu-gcc</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Runs on x86, produces ARM64 code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Part of the Arm GNU Toolchain</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Reference: Bootlin embedded Linux training materials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a:t>
            </a:r>
            <a:r>
              <a:rPr lang="en-US" sz="1400" u="sng">
                <a:solidFill>
                  <a:schemeClr val="hlink"/>
                </a:solidFill>
                <a:latin typeface="Arial"/>
                <a:ea typeface="Arial"/>
                <a:cs typeface="Arial"/>
                <a:sym typeface="Arial"/>
                <a:hlinkClick r:id="rId3"/>
              </a:rPr>
              <a:t>bootlin.com/doc/training/embedded-linux</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24" name="Shape 324"/>
        <p:cNvGrpSpPr/>
        <p:nvPr/>
      </p:nvGrpSpPr>
      <p:grpSpPr>
        <a:xfrm>
          <a:off x="0" y="0"/>
          <a:ext cx="0" cy="0"/>
          <a:chOff x="0" y="0"/>
          <a:chExt cx="0" cy="0"/>
        </a:xfrm>
      </p:grpSpPr>
      <p:sp>
        <p:nvSpPr>
          <p:cNvPr id="325" name="Google Shape;325;p11"/>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11"/>
          <p:cNvSpPr/>
          <p:nvPr/>
        </p:nvSpPr>
        <p:spPr>
          <a:xfrm>
            <a:off x="0" y="0"/>
            <a:ext cx="9144000" cy="152400"/>
          </a:xfrm>
          <a:prstGeom prst="rect">
            <a:avLst/>
          </a:prstGeom>
          <a:solidFill>
            <a:srgbClr val="197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The Development Workflow</a:t>
            </a:r>
            <a:endParaRPr/>
          </a:p>
        </p:txBody>
      </p:sp>
      <p:sp>
        <p:nvSpPr>
          <p:cNvPr id="328" name="Google Shape;328;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Edit → Cross-compile → Transfer → Test → Debug</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Edit:     Source code on host (your IDE/editor)</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Compile:  aarch64-none-linux-gnu-gcc -o app app.c</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Transfer: NFS rootfs, SCP, or SD card copy</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Test:     Run on target, observe output</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Debug:    GDB on host, gdbserver on target</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NFS root filesystem for rapid iteration: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Target mounts rootfs over network</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Edit on host → instantly visible on target</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No SD card flashing cycle</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i="1" lang="en-US" sz="1400">
                <a:solidFill>
                  <a:srgbClr val="152334"/>
                </a:solidFill>
              </a:rPr>
              <a:t>Serial console for output and U-Boot interaction</a:t>
            </a:r>
            <a:endParaRPr b="1" i="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33" name="Shape 333"/>
        <p:cNvGrpSpPr/>
        <p:nvPr/>
      </p:nvGrpSpPr>
      <p:grpSpPr>
        <a:xfrm>
          <a:off x="0" y="0"/>
          <a:ext cx="0" cy="0"/>
          <a:chOff x="0" y="0"/>
          <a:chExt cx="0" cy="0"/>
        </a:xfrm>
      </p:grpSpPr>
      <p:sp>
        <p:nvSpPr>
          <p:cNvPr id="334" name="Google Shape;334;p12"/>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12"/>
          <p:cNvSpPr/>
          <p:nvPr/>
        </p:nvSpPr>
        <p:spPr>
          <a:xfrm>
            <a:off x="0" y="0"/>
            <a:ext cx="9144000" cy="152400"/>
          </a:xfrm>
          <a:prstGeom prst="rect">
            <a:avLst/>
          </a:prstGeom>
          <a:solidFill>
            <a:srgbClr val="3D6FF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AI in This Course</a:t>
            </a:r>
            <a:endParaRPr/>
          </a:p>
        </p:txBody>
      </p:sp>
      <p:sp>
        <p:nvSpPr>
          <p:cNvPr id="337" name="Google Shape;33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rPr b="1" lang="en-US" sz="1400">
                <a:solidFill>
                  <a:srgbClr val="152334"/>
                </a:solidFill>
              </a:rPr>
              <a:t>Three layers of AI integration:</a:t>
            </a:r>
            <a:endParaRPr b="1"/>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Layer 1 — AI as Build Assistant</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Explain error messages, suggest fixes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Generate boilerplate code, Kconfig snippets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Starting today, in every session</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Layer 2 — AI for Code Analysis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Read and explain kernel config options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Analyze cross-compilation output (readelf, objdump)</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Lab exercise in Session 2</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Layer 3 — AI for System Design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Evaluate design tradeoffs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Suggest kernel configuration for requirements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Capstone project support in Sessions 9-10</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b="1" i="1" lang="en-US" sz="1400">
                <a:solidFill>
                  <a:srgbClr val="152334"/>
                </a:solidFill>
              </a:rPr>
              <a:t>You completed the AI for Programmers session — this is where we apply it.</a:t>
            </a:r>
            <a:endParaRPr b="1"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42" name="Shape 342"/>
        <p:cNvGrpSpPr/>
        <p:nvPr/>
      </p:nvGrpSpPr>
      <p:grpSpPr>
        <a:xfrm>
          <a:off x="0" y="0"/>
          <a:ext cx="0" cy="0"/>
          <a:chOff x="0" y="0"/>
          <a:chExt cx="0" cy="0"/>
        </a:xfrm>
      </p:grpSpPr>
      <p:sp>
        <p:nvSpPr>
          <p:cNvPr id="343" name="Google Shape;343;p13"/>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13"/>
          <p:cNvSpPr/>
          <p:nvPr/>
        </p:nvSpPr>
        <p:spPr>
          <a:xfrm>
            <a:off x="0" y="0"/>
            <a:ext cx="9144000" cy="152400"/>
          </a:xfrm>
          <a:prstGeom prst="rect">
            <a:avLst/>
          </a:prstGeom>
          <a:solidFill>
            <a:srgbClr val="F0B3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152334"/>
              </a:buClr>
              <a:buSzPts val="3200"/>
              <a:buFont typeface="Arial"/>
              <a:buNone/>
            </a:pPr>
            <a:r>
              <a:rPr b="1" lang="en-US" sz="2400">
                <a:solidFill>
                  <a:srgbClr val="152334"/>
                </a:solidFill>
              </a:rPr>
              <a:t>Overview: </a:t>
            </a:r>
            <a:r>
              <a:rPr b="1" lang="en-US" sz="2400">
                <a:solidFill>
                  <a:srgbClr val="152334"/>
                </a:solidFill>
                <a:latin typeface="Arial"/>
                <a:ea typeface="Arial"/>
                <a:cs typeface="Arial"/>
                <a:sym typeface="Arial"/>
              </a:rPr>
              <a:t>Session-by-Session Build Pipeline</a:t>
            </a:r>
            <a:endParaRPr sz="2400"/>
          </a:p>
        </p:txBody>
      </p:sp>
      <p:sp>
        <p:nvSpPr>
          <p:cNvPr id="346" name="Google Shape;346;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solidFill>
                  <a:srgbClr val="152334"/>
                </a:solidFill>
                <a:latin typeface="Arial"/>
                <a:ea typeface="Arial"/>
                <a:cs typeface="Arial"/>
                <a:sym typeface="Arial"/>
              </a:rPr>
              <a:t>Hardware → Bootloader → Kernel → Rootfs → App</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a:t>
            </a:r>
            <a:r>
              <a:rPr lang="en-US" sz="1400">
                <a:solidFill>
                  <a:srgbClr val="152334"/>
                </a:solidFill>
              </a:rPr>
              <a:t>         </a:t>
            </a:r>
            <a:r>
              <a:rPr lang="en-US" sz="1400">
                <a:solidFill>
                  <a:srgbClr val="152334"/>
                </a:solidFill>
                <a:latin typeface="Arial"/>
                <a:ea typeface="Arial"/>
                <a:cs typeface="Arial"/>
                <a:sym typeface="Arial"/>
              </a:rPr>
              <a:t>Session 2    Session 3   Session 4   Session 7-8</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1: Overview &amp; First Boot [NOW]</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2: Toolchain + U-Boot</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3: Yocto/Buildroot (automated build)</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4: Storage, filesystems, OTA updates</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5: Kernel internals, modules, init</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6: Device trees, sysfs, interrupts</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7: Processes, threads, IPC</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8: Embedded applications</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9: GDB, strace, perf, ftrace</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 10: PREEMPT_RT, latency measurement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51" name="Shape 351"/>
        <p:cNvGrpSpPr/>
        <p:nvPr/>
      </p:nvGrpSpPr>
      <p:grpSpPr>
        <a:xfrm>
          <a:off x="0" y="0"/>
          <a:ext cx="0" cy="0"/>
          <a:chOff x="0" y="0"/>
          <a:chExt cx="0" cy="0"/>
        </a:xfrm>
      </p:grpSpPr>
      <p:sp>
        <p:nvSpPr>
          <p:cNvPr id="352" name="Google Shape;352;p14"/>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4"/>
          <p:cNvSpPr/>
          <p:nvPr/>
        </p:nvSpPr>
        <p:spPr>
          <a:xfrm>
            <a:off x="0" y="0"/>
            <a:ext cx="9144000" cy="152400"/>
          </a:xfrm>
          <a:prstGeom prst="rect">
            <a:avLst/>
          </a:prstGeom>
          <a:solidFill>
            <a:srgbClr val="E6862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4" name="Google Shape;35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rPr>
              <a:t>2: </a:t>
            </a:r>
            <a:r>
              <a:rPr b="1" lang="en-US" sz="3200">
                <a:solidFill>
                  <a:srgbClr val="152334"/>
                </a:solidFill>
                <a:latin typeface="Arial"/>
                <a:ea typeface="Arial"/>
                <a:cs typeface="Arial"/>
                <a:sym typeface="Arial"/>
              </a:rPr>
              <a:t>The Toolchain</a:t>
            </a:r>
            <a:endParaRPr/>
          </a:p>
        </p:txBody>
      </p:sp>
      <p:sp>
        <p:nvSpPr>
          <p:cNvPr id="355" name="Google Shape;355;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GCC Cross-Compiler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Host: x86_64 Linux workstation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Target: aarch64 (ARMv8-A)</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Triplet: aarch64-none-linux-gnu</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Components: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aarch64-none-linux-gnu-gcc    (C compiler)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aarch64-none-linux-gnu-g++    (C++ compiler)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aarch64-none-linux-gnu-ld     (linker)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aarch64-none-linux-gnu-as     (assembler)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aarch64-none-linux-gnu-gdb    (debugger)</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Source: Arm GNU Toolchain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developer.arm.com/downloads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2: Install, verify, compile first binary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60" name="Shape 360"/>
        <p:cNvGrpSpPr/>
        <p:nvPr/>
      </p:nvGrpSpPr>
      <p:grpSpPr>
        <a:xfrm>
          <a:off x="0" y="0"/>
          <a:ext cx="0" cy="0"/>
          <a:chOff x="0" y="0"/>
          <a:chExt cx="0" cy="0"/>
        </a:xfrm>
      </p:grpSpPr>
      <p:sp>
        <p:nvSpPr>
          <p:cNvPr id="361" name="Google Shape;361;p15"/>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15"/>
          <p:cNvSpPr/>
          <p:nvPr/>
        </p:nvSpPr>
        <p:spPr>
          <a:xfrm>
            <a:off x="0" y="0"/>
            <a:ext cx="9144000" cy="152400"/>
          </a:xfrm>
          <a:prstGeom prst="rect">
            <a:avLst/>
          </a:prstGeom>
          <a:solidFill>
            <a:srgbClr val="197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rPr>
              <a:t>3: </a:t>
            </a:r>
            <a:r>
              <a:rPr b="1" lang="en-US" sz="3200">
                <a:solidFill>
                  <a:srgbClr val="152334"/>
                </a:solidFill>
                <a:latin typeface="Arial"/>
                <a:ea typeface="Arial"/>
                <a:cs typeface="Arial"/>
                <a:sym typeface="Arial"/>
              </a:rPr>
              <a:t>Bootloader Concepts</a:t>
            </a:r>
            <a:endParaRPr/>
          </a:p>
        </p:txBody>
      </p:sp>
      <p:sp>
        <p:nvSpPr>
          <p:cNvPr id="364" name="Google Shape;364;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U-Boot: Universal Boot Loader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Standard bootloader for ARM embedded Linux</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Open source (GPL), actively maintained</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Boot sequence on RPi4:</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1. ROM code (in SoC) — first code that runs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2. bootcode.bin (on SD card) — GPU firmware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3. start4.elf — GPU firmware, loads config.txt</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a:t>
            </a:r>
            <a:r>
              <a:rPr lang="en-US" sz="1400">
                <a:solidFill>
                  <a:srgbClr val="152334"/>
                </a:solidFill>
                <a:latin typeface="Arial"/>
                <a:ea typeface="Arial"/>
                <a:cs typeface="Arial"/>
                <a:sym typeface="Arial"/>
              </a:rPr>
              <a:t> 4. U-Boot (or Linux kernel directly)</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5. Linux kernel</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U-Boot provides: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Serial console command interface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Environment variables (bootargs)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Storage access (SD, USB, network)</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Kernel loading and boot</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2: Build U-Boot from source, configure boot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69" name="Shape 369"/>
        <p:cNvGrpSpPr/>
        <p:nvPr/>
      </p:nvGrpSpPr>
      <p:grpSpPr>
        <a:xfrm>
          <a:off x="0" y="0"/>
          <a:ext cx="0" cy="0"/>
          <a:chOff x="0" y="0"/>
          <a:chExt cx="0" cy="0"/>
        </a:xfrm>
      </p:grpSpPr>
      <p:sp>
        <p:nvSpPr>
          <p:cNvPr id="370" name="Google Shape;370;p17"/>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17"/>
          <p:cNvSpPr/>
          <p:nvPr/>
        </p:nvSpPr>
        <p:spPr>
          <a:xfrm>
            <a:off x="0" y="0"/>
            <a:ext cx="9144000" cy="152400"/>
          </a:xfrm>
          <a:prstGeom prst="rect">
            <a:avLst/>
          </a:prstGeom>
          <a:solidFill>
            <a:srgbClr val="F0B3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rPr>
              <a:t>4: </a:t>
            </a:r>
            <a:r>
              <a:rPr b="1" lang="en-US" sz="3200">
                <a:solidFill>
                  <a:srgbClr val="152334"/>
                </a:solidFill>
                <a:latin typeface="Arial"/>
                <a:ea typeface="Arial"/>
                <a:cs typeface="Arial"/>
                <a:sym typeface="Arial"/>
              </a:rPr>
              <a:t>Root Filesystem Construction</a:t>
            </a:r>
            <a:endParaRPr/>
          </a:p>
        </p:txBody>
      </p:sp>
      <p:sp>
        <p:nvSpPr>
          <p:cNvPr id="373" name="Google Shape;37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Minimal rootfs contents: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/sbin/init        — first userspace process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/lib              — shared libraries (libc, libm, etc.)</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/dev              — device nodes (console, tty, null)</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/etc              — configuration files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/proc, /sys       — kernel interfaces (mounted at boot)</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Init system choices: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systemd  — full-featured, used by most distros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BusyBox runit  — minimal, fast, common in embedded</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Building approaches: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By hand — understand every file (Session 4 lab)</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Buildroot — automated, simple (Session 3)</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Yocto — automated, flexible, industry standard (Session 3)</a:t>
            </a:r>
            <a:endParaRPr/>
          </a:p>
          <a:p>
            <a:pPr indent="0" lvl="0" marL="88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3-4: Build rootfs three ways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78" name="Shape 378"/>
        <p:cNvGrpSpPr/>
        <p:nvPr/>
      </p:nvGrpSpPr>
      <p:grpSpPr>
        <a:xfrm>
          <a:off x="0" y="0"/>
          <a:ext cx="0" cy="0"/>
          <a:chOff x="0" y="0"/>
          <a:chExt cx="0" cy="0"/>
        </a:xfrm>
      </p:grpSpPr>
      <p:sp>
        <p:nvSpPr>
          <p:cNvPr id="379" name="Google Shape;379;p16"/>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16"/>
          <p:cNvSpPr/>
          <p:nvPr/>
        </p:nvSpPr>
        <p:spPr>
          <a:xfrm>
            <a:off x="0" y="0"/>
            <a:ext cx="9144000" cy="152400"/>
          </a:xfrm>
          <a:prstGeom prst="rect">
            <a:avLst/>
          </a:prstGeom>
          <a:solidFill>
            <a:srgbClr val="3D6FF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16"/>
          <p:cNvSpPr txBox="1"/>
          <p:nvPr>
            <p:ph type="title"/>
          </p:nvPr>
        </p:nvSpPr>
        <p:spPr>
          <a:xfrm>
            <a:off x="311700" y="593367"/>
            <a:ext cx="8520600" cy="763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chemeClr val="lt1"/>
                </a:solidFill>
              </a:rPr>
              <a:t>5: </a:t>
            </a:r>
            <a:r>
              <a:rPr b="1" lang="en-US" sz="3200">
                <a:solidFill>
                  <a:schemeClr val="lt1"/>
                </a:solidFill>
                <a:latin typeface="Arial"/>
                <a:ea typeface="Arial"/>
                <a:cs typeface="Arial"/>
                <a:sym typeface="Arial"/>
              </a:rPr>
              <a:t>Kernel Configuration</a:t>
            </a:r>
            <a:endParaRPr>
              <a:solidFill>
                <a:schemeClr val="lt1"/>
              </a:solidFill>
            </a:endParaRPr>
          </a:p>
        </p:txBody>
      </p:sp>
      <p:sp>
        <p:nvSpPr>
          <p:cNvPr id="382" name="Google Shape;382;p16"/>
          <p:cNvSpPr txBox="1"/>
          <p:nvPr>
            <p:ph idx="1" type="body"/>
          </p:nvPr>
        </p:nvSpPr>
        <p:spPr>
          <a:xfrm>
            <a:off x="311700" y="1536633"/>
            <a:ext cx="8520600" cy="4555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The .config file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Defines every kernel feature, driver, and option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Thousands of configurable items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Configuration methods: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make menuconfig  — ncurses TUI (most common)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make xconfig     — Qt GUI</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make defconfig   — default for the architecture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make bcm2711_defconfig — RPi4 defaults</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Built-in vs Module: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=y  → Compiled into the kernel image (always present)</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=m  → Compiled as a loadable module (loaded on demand)</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=n  → Not compiled at all</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3: Configure and build a custom kernel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87" name="Shape 387"/>
        <p:cNvGrpSpPr/>
        <p:nvPr/>
      </p:nvGrpSpPr>
      <p:grpSpPr>
        <a:xfrm>
          <a:off x="0" y="0"/>
          <a:ext cx="0" cy="0"/>
          <a:chOff x="0" y="0"/>
          <a:chExt cx="0" cy="0"/>
        </a:xfrm>
      </p:grpSpPr>
      <p:sp>
        <p:nvSpPr>
          <p:cNvPr id="388" name="Google Shape;388;p18"/>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0" y="0"/>
            <a:ext cx="9144000" cy="152400"/>
          </a:xfrm>
          <a:prstGeom prst="rect">
            <a:avLst/>
          </a:prstGeom>
          <a:solidFill>
            <a:srgbClr val="E6862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rPr>
              <a:t>9: </a:t>
            </a:r>
            <a:r>
              <a:rPr b="1" lang="en-US" sz="3200">
                <a:solidFill>
                  <a:srgbClr val="152334"/>
                </a:solidFill>
                <a:latin typeface="Arial"/>
                <a:ea typeface="Arial"/>
                <a:cs typeface="Arial"/>
                <a:sym typeface="Arial"/>
              </a:rPr>
              <a:t>Debug and Profiling Preview</a:t>
            </a:r>
            <a:endParaRPr/>
          </a:p>
        </p:txBody>
      </p:sp>
      <p:sp>
        <p:nvSpPr>
          <p:cNvPr id="391" name="Google Shape;39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Remote GDB debugging:</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GDB runs on host, gdbserver on target</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Set breakpoints, inspect variables, step through code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Over serial or TCP connection</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Serial console: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Primary interface throughout the course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Boot messages, U-Boot prompt, shell access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115200 baud, 8N1, 3.3V TTL</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LED blinking as first debug exercise: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Write a C program that toggles a GPIO pin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Wire an LED to a GPIO pin on the RPi4 header</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Cross-compile, deploy, run — verify on hardware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  • If the LED blinks: your toolchain, transfer, and deployment work</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Session 9: Deep dive into GDB, strace, perf, ftrace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96" name="Shape 396"/>
        <p:cNvGrpSpPr/>
        <p:nvPr/>
      </p:nvGrpSpPr>
      <p:grpSpPr>
        <a:xfrm>
          <a:off x="0" y="0"/>
          <a:ext cx="0" cy="0"/>
          <a:chOff x="0" y="0"/>
          <a:chExt cx="0" cy="0"/>
        </a:xfrm>
      </p:grpSpPr>
      <p:sp>
        <p:nvSpPr>
          <p:cNvPr id="397" name="Google Shape;397;p19"/>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19"/>
          <p:cNvSpPr/>
          <p:nvPr/>
        </p:nvSpPr>
        <p:spPr>
          <a:xfrm>
            <a:off x="0" y="0"/>
            <a:ext cx="9144000" cy="152400"/>
          </a:xfrm>
          <a:prstGeom prst="rect">
            <a:avLst/>
          </a:prstGeom>
          <a:solidFill>
            <a:srgbClr val="197A8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Lab: Flash and Boot</a:t>
            </a:r>
            <a:endParaRPr/>
          </a:p>
        </p:txBody>
      </p:sp>
      <p:sp>
        <p:nvSpPr>
          <p:cNvPr id="400" name="Google Shape;400;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400">
                <a:solidFill>
                  <a:srgbClr val="152334"/>
                </a:solidFill>
                <a:latin typeface="Arial"/>
                <a:ea typeface="Arial"/>
                <a:cs typeface="Arial"/>
                <a:sym typeface="Arial"/>
              </a:rPr>
              <a:t>Step 1: Download Raspberry Pi Imager</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rpi.io/downloads (or apt install rpi-imager)</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Step 2: Flash Raspberry Pi OS Lite (64-bit) to SD card</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Select OS → Raspberry Pi OS (other) → Raspberry Pi OS Lite (64-bit)</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Select SD card → Write</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Step 3: Boot the RPi4</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Insert SD card, connect serial cable, power on</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Open serial console: screen /dev/ttyUSB0 115200</a:t>
            </a:r>
            <a:endParaRPr/>
          </a:p>
          <a:p>
            <a:pPr indent="0" lvl="0" marL="0" rtl="0" algn="l">
              <a:spcBef>
                <a:spcPts val="280"/>
              </a:spcBef>
              <a:spcAft>
                <a:spcPts val="0"/>
              </a:spcAft>
              <a:buNone/>
            </a:pPr>
            <a:r>
              <a:t/>
            </a:r>
            <a:endParaRPr sz="1400">
              <a:solidFill>
                <a:srgbClr val="152334"/>
              </a:solidFill>
              <a:latin typeface="Arial"/>
              <a:ea typeface="Arial"/>
              <a:cs typeface="Arial"/>
              <a:sym typeface="Arial"/>
            </a:endParaRPr>
          </a:p>
          <a:p>
            <a:pPr indent="0" lvl="0" marL="0" rtl="0" algn="l">
              <a:spcBef>
                <a:spcPts val="280"/>
              </a:spcBef>
              <a:spcAft>
                <a:spcPts val="0"/>
              </a:spcAft>
              <a:buNone/>
            </a:pPr>
            <a:r>
              <a:rPr lang="en-US" sz="1400">
                <a:solidFill>
                  <a:srgbClr val="152334"/>
                </a:solidFill>
                <a:latin typeface="Arial"/>
                <a:ea typeface="Arial"/>
                <a:cs typeface="Arial"/>
                <a:sym typeface="Arial"/>
              </a:rPr>
              <a:t>Step 4: Verify</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 uname -a</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Linux raspberrypi 6.x.x-v8+ aarch64 GNU/Linux</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 cat /proc/cpuinfo</a:t>
            </a:r>
            <a:endParaRPr/>
          </a:p>
          <a:p>
            <a:pPr indent="0" lvl="0" marL="0" rtl="0" algn="l">
              <a:spcBef>
                <a:spcPts val="280"/>
              </a:spcBef>
              <a:spcAft>
                <a:spcPts val="0"/>
              </a:spcAft>
              <a:buNone/>
            </a:pPr>
            <a:r>
              <a:rPr lang="en-US" sz="1400">
                <a:solidFill>
                  <a:srgbClr val="152334"/>
                </a:solidFill>
                <a:latin typeface="Arial"/>
                <a:ea typeface="Arial"/>
                <a:cs typeface="Arial"/>
                <a:sym typeface="Arial"/>
              </a:rPr>
              <a:t>    → model name: Cortex-A72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405" name="Shape 405"/>
        <p:cNvGrpSpPr/>
        <p:nvPr/>
      </p:nvGrpSpPr>
      <p:grpSpPr>
        <a:xfrm>
          <a:off x="0" y="0"/>
          <a:ext cx="0" cy="0"/>
          <a:chOff x="0" y="0"/>
          <a:chExt cx="0" cy="0"/>
        </a:xfrm>
      </p:grpSpPr>
      <p:sp>
        <p:nvSpPr>
          <p:cNvPr id="406" name="Google Shape;406;p20"/>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0"/>
          <p:cNvSpPr/>
          <p:nvPr/>
        </p:nvSpPr>
        <p:spPr>
          <a:xfrm>
            <a:off x="0" y="0"/>
            <a:ext cx="9144000" cy="152400"/>
          </a:xfrm>
          <a:prstGeom prst="rect">
            <a:avLst/>
          </a:prstGeom>
          <a:solidFill>
            <a:srgbClr val="3D6FF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20"/>
          <p:cNvSpPr txBox="1"/>
          <p:nvPr>
            <p:ph type="title"/>
          </p:nvPr>
        </p:nvSpPr>
        <p:spPr>
          <a:xfrm>
            <a:off x="311700" y="284100"/>
            <a:ext cx="8520600" cy="11223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latin typeface="Arial"/>
                <a:ea typeface="Arial"/>
                <a:cs typeface="Arial"/>
                <a:sym typeface="Arial"/>
              </a:rPr>
              <a:t>Your First Cross-Compilation</a:t>
            </a:r>
            <a:endParaRPr/>
          </a:p>
        </p:txBody>
      </p:sp>
      <p:sp>
        <p:nvSpPr>
          <p:cNvPr id="409" name="Google Shape;409;p20"/>
          <p:cNvSpPr txBox="1"/>
          <p:nvPr>
            <p:ph idx="4294967295"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US" sz="1400">
                <a:solidFill>
                  <a:srgbClr val="CCCCCC"/>
                </a:solidFill>
                <a:latin typeface="Consolas"/>
                <a:ea typeface="Consolas"/>
                <a:cs typeface="Consolas"/>
                <a:sym typeface="Consolas"/>
              </a:rPr>
              <a:t>Write Hello World in C:</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#include &lt;stdio.h&gt;</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int main(void) {</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printf("Hello from ARM64!\n");</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return 0;</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a:t>
            </a:r>
            <a:endParaRPr>
              <a:solidFill>
                <a:srgbClr val="CCCCCC"/>
              </a:solidFill>
              <a:latin typeface="Consolas"/>
              <a:ea typeface="Consolas"/>
              <a:cs typeface="Consolas"/>
              <a:sym typeface="Consolas"/>
            </a:endParaRPr>
          </a:p>
          <a:p>
            <a:pPr indent="0" lvl="0" marL="0" rtl="0" algn="l">
              <a:spcBef>
                <a:spcPts val="280"/>
              </a:spcBef>
              <a:spcAft>
                <a:spcPts val="0"/>
              </a:spcAft>
              <a:buNone/>
            </a:pPr>
            <a:r>
              <a:t/>
            </a:r>
            <a:endParaRPr sz="1400">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Compile on host with system GCC:</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 gcc -o hello_x86 hello.c</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 file hello_x86</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 hello_x86: ELF 64-bit LSB executable, x86-64</a:t>
            </a:r>
            <a:endParaRPr>
              <a:solidFill>
                <a:srgbClr val="CCCCCC"/>
              </a:solidFill>
              <a:latin typeface="Consolas"/>
              <a:ea typeface="Consolas"/>
              <a:cs typeface="Consolas"/>
              <a:sym typeface="Consolas"/>
            </a:endParaRPr>
          </a:p>
          <a:p>
            <a:pPr indent="0" lvl="0" marL="0" rtl="0" algn="l">
              <a:spcBef>
                <a:spcPts val="280"/>
              </a:spcBef>
              <a:spcAft>
                <a:spcPts val="0"/>
              </a:spcAft>
              <a:buNone/>
            </a:pPr>
            <a:r>
              <a:t/>
            </a:r>
            <a:endParaRPr sz="1400">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Compile with cross-compiler:</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 aarch64-none-linux-gnu-gcc -o hello_arm hello.c</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 file hello_arm</a:t>
            </a:r>
            <a:endParaRPr>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  → hello_arm: ELF 64-bit LSB executable, ARM aarch64</a:t>
            </a:r>
            <a:endParaRPr>
              <a:solidFill>
                <a:srgbClr val="CCCCCC"/>
              </a:solidFill>
              <a:latin typeface="Consolas"/>
              <a:ea typeface="Consolas"/>
              <a:cs typeface="Consolas"/>
              <a:sym typeface="Consolas"/>
            </a:endParaRPr>
          </a:p>
          <a:p>
            <a:pPr indent="0" lvl="0" marL="0" rtl="0" algn="l">
              <a:spcBef>
                <a:spcPts val="280"/>
              </a:spcBef>
              <a:spcAft>
                <a:spcPts val="0"/>
              </a:spcAft>
              <a:buNone/>
            </a:pPr>
            <a:r>
              <a:t/>
            </a:r>
            <a:endParaRPr sz="1400">
              <a:solidFill>
                <a:srgbClr val="CCCCCC"/>
              </a:solidFill>
              <a:latin typeface="Consolas"/>
              <a:ea typeface="Consolas"/>
              <a:cs typeface="Consolas"/>
              <a:sym typeface="Consolas"/>
            </a:endParaRPr>
          </a:p>
          <a:p>
            <a:pPr indent="0" lvl="0" marL="0" rtl="0" algn="l">
              <a:spcBef>
                <a:spcPts val="280"/>
              </a:spcBef>
              <a:spcAft>
                <a:spcPts val="0"/>
              </a:spcAft>
              <a:buNone/>
            </a:pPr>
            <a:r>
              <a:rPr lang="en-US" sz="1400">
                <a:solidFill>
                  <a:srgbClr val="CCCCCC"/>
                </a:solidFill>
                <a:latin typeface="Consolas"/>
                <a:ea typeface="Consolas"/>
                <a:cs typeface="Consolas"/>
                <a:sym typeface="Consolas"/>
              </a:rPr>
              <a:t>Transfer to target and run — Session 2 lab</a:t>
            </a:r>
            <a:endParaRPr>
              <a:solidFill>
                <a:srgbClr val="CCCCCC"/>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414" name="Shape 414"/>
        <p:cNvGrpSpPr/>
        <p:nvPr/>
      </p:nvGrpSpPr>
      <p:grpSpPr>
        <a:xfrm>
          <a:off x="0" y="0"/>
          <a:ext cx="0" cy="0"/>
          <a:chOff x="0" y="0"/>
          <a:chExt cx="0" cy="0"/>
        </a:xfrm>
      </p:grpSpPr>
      <p:sp>
        <p:nvSpPr>
          <p:cNvPr id="415" name="Google Shape;415;p21"/>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21"/>
          <p:cNvSpPr/>
          <p:nvPr/>
        </p:nvSpPr>
        <p:spPr>
          <a:xfrm>
            <a:off x="0" y="0"/>
            <a:ext cx="9144000" cy="152400"/>
          </a:xfrm>
          <a:prstGeom prst="rect">
            <a:avLst/>
          </a:prstGeom>
          <a:solidFill>
            <a:srgbClr val="F0B3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solidFill>
                  <a:srgbClr val="152334"/>
                </a:solidFill>
                <a:latin typeface="Arial"/>
                <a:ea typeface="Arial"/>
                <a:cs typeface="Arial"/>
                <a:sym typeface="Arial"/>
              </a:rPr>
              <a:t>AI as Your Build Assistant</a:t>
            </a:r>
            <a:endParaRPr/>
          </a:p>
        </p:txBody>
      </p:sp>
      <p:sp>
        <p:nvSpPr>
          <p:cNvPr id="418" name="Google Shape;418;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152334"/>
              </a:buClr>
              <a:buSzPts val="1400"/>
              <a:buChar char="●"/>
            </a:pPr>
            <a:r>
              <a:rPr lang="en-US" sz="1400">
                <a:solidFill>
                  <a:srgbClr val="152334"/>
                </a:solidFill>
                <a:latin typeface="Arial"/>
                <a:ea typeface="Arial"/>
                <a:cs typeface="Arial"/>
                <a:sym typeface="Arial"/>
              </a:rPr>
              <a:t>Configure your AI coding assistant with this system prompt:</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You are an expert embedded Linux engineer specializing in</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Raspberry Pi 4 (BCM2711, Cortex-A72, aarch64) development.</a:t>
            </a:r>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You help students building a custom embedded Linux system</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from scratch using cross-compilation.</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You are precise about architecture differences (ARM vs x86),</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toolchain details (aarch64-none-linux-gnu), boot sequence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(U-Boot), and kernel configuration.</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When explaining build errors, always check whether the issue</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is host-target confusion, missing cross-compilation flags,</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or architecture mismatch.</a:t>
            </a:r>
            <a:endParaRPr/>
          </a:p>
          <a:p>
            <a:pPr indent="-254000" lvl="0" marL="342900" rtl="0" algn="l">
              <a:spcBef>
                <a:spcPts val="280"/>
              </a:spcBef>
              <a:spcAft>
                <a:spcPts val="0"/>
              </a:spcAft>
              <a:buClr>
                <a:schemeClr val="dk1"/>
              </a:buClr>
              <a:buSzPts val="1400"/>
              <a:buNone/>
            </a:pPr>
            <a:r>
              <a:t/>
            </a:r>
            <a:endParaRPr sz="1400">
              <a:solidFill>
                <a:srgbClr val="152334"/>
              </a:solidFill>
              <a:latin typeface="Arial"/>
              <a:ea typeface="Arial"/>
              <a:cs typeface="Arial"/>
              <a:sym typeface="Arial"/>
            </a:endParaRPr>
          </a:p>
          <a:p>
            <a:pPr indent="-342900" lvl="0" marL="342900" rtl="0" algn="l">
              <a:spcBef>
                <a:spcPts val="280"/>
              </a:spcBef>
              <a:spcAft>
                <a:spcPts val="0"/>
              </a:spcAft>
              <a:buClr>
                <a:srgbClr val="152334"/>
              </a:buClr>
              <a:buSzPts val="1400"/>
              <a:buChar char="●"/>
            </a:pPr>
            <a:r>
              <a:rPr lang="en-US" sz="1400">
                <a:solidFill>
                  <a:srgbClr val="152334"/>
                </a:solidFill>
                <a:latin typeface="Arial"/>
                <a:ea typeface="Arial"/>
                <a:cs typeface="Arial"/>
                <a:sym typeface="Arial"/>
              </a:rPr>
              <a:t>You encourage students to verify AI suggestions against actual</a:t>
            </a:r>
            <a:endParaRPr/>
          </a:p>
          <a:p>
            <a:pPr indent="0" lvl="0" marL="342900" rtl="0" algn="l">
              <a:spcBef>
                <a:spcPts val="280"/>
              </a:spcBef>
              <a:spcAft>
                <a:spcPts val="0"/>
              </a:spcAft>
              <a:buNone/>
            </a:pPr>
            <a:r>
              <a:rPr lang="en-US" sz="1400">
                <a:solidFill>
                  <a:srgbClr val="152334"/>
                </a:solidFill>
                <a:latin typeface="Arial"/>
                <a:ea typeface="Arial"/>
                <a:cs typeface="Arial"/>
                <a:sym typeface="Arial"/>
              </a:rPr>
              <a:t>hardware and never trust blindly.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423" name="Shape 423"/>
        <p:cNvGrpSpPr/>
        <p:nvPr/>
      </p:nvGrpSpPr>
      <p:grpSpPr>
        <a:xfrm>
          <a:off x="0" y="0"/>
          <a:ext cx="0" cy="0"/>
          <a:chOff x="0" y="0"/>
          <a:chExt cx="0" cy="0"/>
        </a:xfrm>
      </p:grpSpPr>
      <p:sp>
        <p:nvSpPr>
          <p:cNvPr id="424" name="Google Shape;424;p22"/>
          <p:cNvSpPr/>
          <p:nvPr/>
        </p:nvSpPr>
        <p:spPr>
          <a:xfrm>
            <a:off x="0" y="6756400"/>
            <a:ext cx="9144000" cy="101600"/>
          </a:xfrm>
          <a:prstGeom prst="rect">
            <a:avLst/>
          </a:prstGeom>
          <a:solidFill>
            <a:srgbClr val="E8E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2"/>
          <p:cNvSpPr/>
          <p:nvPr/>
        </p:nvSpPr>
        <p:spPr>
          <a:xfrm>
            <a:off x="0" y="0"/>
            <a:ext cx="9144000" cy="152400"/>
          </a:xfrm>
          <a:prstGeom prst="rect">
            <a:avLst/>
          </a:prstGeom>
          <a:solidFill>
            <a:srgbClr val="E6862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22"/>
          <p:cNvSpPr txBox="1"/>
          <p:nvPr>
            <p:ph type="title"/>
          </p:nvPr>
        </p:nvSpPr>
        <p:spPr>
          <a:xfrm>
            <a:off x="3086100" y="753400"/>
            <a:ext cx="5650800" cy="1007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52334"/>
              </a:buClr>
              <a:buSzPts val="3200"/>
              <a:buFont typeface="Arial"/>
              <a:buNone/>
            </a:pPr>
            <a:r>
              <a:rPr b="1" lang="en-US" sz="3200">
                <a:latin typeface="Arial"/>
                <a:ea typeface="Arial"/>
                <a:cs typeface="Arial"/>
                <a:sym typeface="Arial"/>
              </a:rPr>
              <a:t>Summary and Preview</a:t>
            </a:r>
            <a:endParaRPr/>
          </a:p>
        </p:txBody>
      </p:sp>
      <p:sp>
        <p:nvSpPr>
          <p:cNvPr id="427" name="Google Shape;427;p22"/>
          <p:cNvSpPr txBox="1"/>
          <p:nvPr>
            <p:ph idx="1" type="body"/>
          </p:nvPr>
        </p:nvSpPr>
        <p:spPr>
          <a:xfrm>
            <a:off x="3086100" y="1865400"/>
            <a:ext cx="5650800" cy="4239300"/>
          </a:xfrm>
          <a:prstGeom prst="rect">
            <a:avLst/>
          </a:prstGeom>
          <a:noFill/>
          <a:ln>
            <a:noFill/>
          </a:ln>
        </p:spPr>
        <p:txBody>
          <a:bodyPr anchorCtr="0" anchor="t" bIns="45700" lIns="91425" spcFirstLastPara="1" rIns="91425" wrap="square" tIns="45700">
            <a:normAutofit fontScale="85000" lnSpcReduction="20000"/>
          </a:bodyPr>
          <a:lstStyle/>
          <a:p>
            <a:pPr indent="-329565" lvl="0" marL="342900" rtl="0" algn="l">
              <a:spcBef>
                <a:spcPts val="0"/>
              </a:spcBef>
              <a:spcAft>
                <a:spcPts val="0"/>
              </a:spcAft>
              <a:buClr>
                <a:srgbClr val="B7B7B7"/>
              </a:buClr>
              <a:buSzPct val="100000"/>
              <a:buChar char="●"/>
            </a:pPr>
            <a:r>
              <a:rPr lang="en-US" sz="1400">
                <a:solidFill>
                  <a:srgbClr val="B7B7B7"/>
                </a:solidFill>
                <a:latin typeface="Arial"/>
                <a:ea typeface="Arial"/>
                <a:cs typeface="Arial"/>
                <a:sym typeface="Arial"/>
              </a:rPr>
              <a:t>Today we covered:</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The course project: build a bootable RPi4 from scratch</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The embedded Linux architecture stack</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Cross-development workflow</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The 10-session roadmap</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AI integration throughout the course</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First lab: flash SD card and boot RPi4</a:t>
            </a:r>
            <a:endParaRPr>
              <a:solidFill>
                <a:srgbClr val="B7B7B7"/>
              </a:solidFill>
            </a:endParaRPr>
          </a:p>
          <a:p>
            <a:pPr indent="-254000" lvl="0" marL="342900" rtl="0" algn="l">
              <a:spcBef>
                <a:spcPts val="280"/>
              </a:spcBef>
              <a:spcAft>
                <a:spcPts val="0"/>
              </a:spcAft>
              <a:buClr>
                <a:schemeClr val="dk1"/>
              </a:buClr>
              <a:buSzPct val="100000"/>
              <a:buNone/>
            </a:pPr>
            <a:r>
              <a:t/>
            </a:r>
            <a:endParaRPr sz="1400">
              <a:solidFill>
                <a:srgbClr val="B7B7B7"/>
              </a:solidFill>
              <a:latin typeface="Arial"/>
              <a:ea typeface="Arial"/>
              <a:cs typeface="Arial"/>
              <a:sym typeface="Arial"/>
            </a:endParaRPr>
          </a:p>
          <a:p>
            <a:pPr indent="-329565" lvl="0" marL="342900" rtl="0" algn="l">
              <a:spcBef>
                <a:spcPts val="280"/>
              </a:spcBef>
              <a:spcAft>
                <a:spcPts val="0"/>
              </a:spcAft>
              <a:buClr>
                <a:srgbClr val="B7B7B7"/>
              </a:buClr>
              <a:buSzPct val="100000"/>
              <a:buChar char="●"/>
            </a:pPr>
            <a:r>
              <a:rPr lang="en-US" sz="1400">
                <a:solidFill>
                  <a:srgbClr val="B7B7B7"/>
                </a:solidFill>
                <a:latin typeface="Arial"/>
                <a:ea typeface="Arial"/>
                <a:cs typeface="Arial"/>
                <a:sym typeface="Arial"/>
              </a:rPr>
              <a:t>Next session — Session 2: Toolchains &amp; Bootloaders</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Install the Arm GNU Toolchain</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Build U-Boot from source</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Understand the RPi4 boot sequence</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First cross-compilation lab</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Configure AI assistant with embedded Linux persona</a:t>
            </a:r>
            <a:endParaRPr>
              <a:solidFill>
                <a:srgbClr val="B7B7B7"/>
              </a:solidFill>
            </a:endParaRPr>
          </a:p>
          <a:p>
            <a:pPr indent="-254000" lvl="0" marL="342900" rtl="0" algn="l">
              <a:spcBef>
                <a:spcPts val="280"/>
              </a:spcBef>
              <a:spcAft>
                <a:spcPts val="0"/>
              </a:spcAft>
              <a:buClr>
                <a:schemeClr val="dk1"/>
              </a:buClr>
              <a:buSzPct val="100000"/>
              <a:buNone/>
            </a:pPr>
            <a:r>
              <a:t/>
            </a:r>
            <a:endParaRPr sz="1400">
              <a:solidFill>
                <a:srgbClr val="B7B7B7"/>
              </a:solidFill>
              <a:latin typeface="Arial"/>
              <a:ea typeface="Arial"/>
              <a:cs typeface="Arial"/>
              <a:sym typeface="Arial"/>
            </a:endParaRPr>
          </a:p>
          <a:p>
            <a:pPr indent="-329565" lvl="0" marL="342900" rtl="0" algn="l">
              <a:spcBef>
                <a:spcPts val="280"/>
              </a:spcBef>
              <a:spcAft>
                <a:spcPts val="0"/>
              </a:spcAft>
              <a:buClr>
                <a:srgbClr val="B7B7B7"/>
              </a:buClr>
              <a:buSzPct val="100000"/>
              <a:buChar char="●"/>
            </a:pPr>
            <a:r>
              <a:rPr lang="en-US" sz="1400">
                <a:solidFill>
                  <a:srgbClr val="B7B7B7"/>
                </a:solidFill>
                <a:latin typeface="Arial"/>
                <a:ea typeface="Arial"/>
                <a:cs typeface="Arial"/>
                <a:sym typeface="Arial"/>
              </a:rPr>
              <a:t>Before next session:</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Complete the flash-and-boot lab</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Install the Arm GNU Toolchain on your workstation</a:t>
            </a:r>
            <a:endParaRPr>
              <a:solidFill>
                <a:srgbClr val="B7B7B7"/>
              </a:solidFill>
            </a:endParaRPr>
          </a:p>
          <a:p>
            <a:pPr indent="0" lvl="0" marL="342900" rtl="0" algn="l">
              <a:spcBef>
                <a:spcPts val="280"/>
              </a:spcBef>
              <a:spcAft>
                <a:spcPts val="0"/>
              </a:spcAft>
              <a:buNone/>
            </a:pPr>
            <a:r>
              <a:rPr lang="en-US" sz="1400">
                <a:solidFill>
                  <a:srgbClr val="B7B7B7"/>
                </a:solidFill>
                <a:latin typeface="Arial"/>
                <a:ea typeface="Arial"/>
                <a:cs typeface="Arial"/>
                <a:sym typeface="Arial"/>
              </a:rPr>
              <a:t>  • Bring your RPi4, serial cable, and SD card to class</a:t>
            </a:r>
            <a:endParaRPr>
              <a:solidFill>
                <a:srgbClr val="B7B7B7"/>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00747A"/>
      </a:accent1>
      <a:accent2>
        <a:srgbClr val="61BF1A"/>
      </a:accent2>
      <a:accent3>
        <a:srgbClr val="0D5C91"/>
      </a:accent3>
      <a:accent4>
        <a:srgbClr val="E98300"/>
      </a:accent4>
      <a:accent5>
        <a:srgbClr val="F7D117"/>
      </a:accent5>
      <a:accent6>
        <a:srgbClr val="D42E12"/>
      </a:accent6>
      <a:hlink>
        <a:srgbClr val="00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