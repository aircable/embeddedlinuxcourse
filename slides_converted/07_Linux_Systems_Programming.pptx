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20F5CF4-BD7B-4DEC-84F1-631CEDA114B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the kernel has booted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Introducing init: BusyBox init, System V init ,system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BusyBox runit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Processes &amp; Threads: Understanding Scheduling and IPC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8F2DD7-487F-4B73-8DFE-9C32AC7D1D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Introducing init: BusyBox init, System V init, systemd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Using BusyBox runit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Using Processes &amp; Threads: Understanding Scheduling and IPC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C82110-A9D4-4DCE-99E4-713F8EE349B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 - why it is so important to the rest of the system - many possible implementations of init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three main ones are: BusyBox init, System V init, and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overview of how it works and the types of systems it suits - trade-off between size, complexity, and flexibility.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the kernel has booted: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bootstrap code finds a root fs, either initramfs or a fs specified by root= on the kernel command line,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and then executes a program that, by default, is /init for initramfs and /sbin/init for a regular 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init is the ancestor of all other processes – it has root privilege, and since it is the first process to run, it has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a process ID (PID) of 1; and, if, for some reason, init cannot be started, the kernel will panic.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job of init program is to take control of the boot process in user space and set it running.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dedicated init daemon performs the following tasks: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manages the life cycle of the system from bootup to shutdown.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during boot, after the kernel transfers control, the init program starts other daemon programs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configures system parameters and other things needed to get the system into a working state.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launches a login daemon, such as getty, on terminals that allow a login shell.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adopts orphan processes due to their immediate parent terminating and does process cleanup, as needed.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restarts terminated daemons.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handles system shutdown.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handles other runtime events, such as new hardware and the loading and unloading of modules.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this is what systemd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14D09D-8A56-4280-8526-5018C666094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 - many possible implementations of init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three most likely seen in embedded devices are: BusyBox init, System V init, and systemd.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Buildroot builds all three with BusyBox init as the default.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Yocto Project builds either with systemd or System V init (default). Yocto's Poky-tiny uses BusyBox init.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Most other distribution layers do not.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D0B9BA-1D55-4852-88AB-E4FC14D05EE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BusyBox init – minimal program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runs shell scripts, placed in the /etc/init.d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a config file /etc/inittab having rules for starting programs at bootup and to stop them at shutdown.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contains a list of programs to run, one per line, with this format: &lt;id&gt;::&lt;action&gt;:&lt;program&gt;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id:           controlling terminal for the command.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action:       includes conditions to run the command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program: program to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actions are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sysinit: run when init starts - - before any of the other types of actions.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respawn: Run program and restart it if it terminates. typically used to run a program as a daemon.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askfirst: same as respawn, but prints “Please press Enter to activate” to console, and runs it when Enter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has been pressed. It is used to start an interactive shell without prompting for username or password.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once: Run program once but do not attempt to restart it if it terminates.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wait: Run program and wait for it to complete.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restart: rerun program when init receives SIGHUP signal, to reload the inittab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ctrlaltdel: run program when init receives the SIGINT signal, due to pressing Ctrl + Alt + Del on the console.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shutdown: Runs the program when init shuts 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simple projects with a small number of daemons, and a login shell on a serial terminal,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easy to write the scripts manually.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appropriate for a roll your own (RYO) embedded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However, handwritten init scripts rapidly become unmaintainable as configuration list increases.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not modular and so needs updating each time a new component is added or removed.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 init scripts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 and BusyBox init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effective use of BusyBox init for many years.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two scripts in /etc/init.d/ named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rcS - runs start scripts at bootup and iterates over all scripts in /etc/init.d/ with names that begin with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capital S followed by two digits - in numerical order.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rcK – runs kill scripts at shutdown and similarly iterates over all the scripts beginning with a capital 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followed by two digits and runs them in numerical order.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easy for Buildroot packages to supply their own start and kill scripts, with two-digit number to impose order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which they should be run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you are using Buildroot, this is transparent.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not, you could use it as a model for writing own BusyBox init scripts.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 and System V init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Like BusyBox init, System V init relies on shell scripts inside /etc/init.d and an /etc/inittab configuration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While both are similar in many ways, System V init has more features and a much longer history.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FA6FAB-0C96-43FE-ADB9-88FF1B396D1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 V init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inspired from Unix System V and so dates back to the mid-1980s.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version most often found in Linux distributions was written initially by Miquel van Smoorenburg.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Until recently, it’s init daemon was common for desktop, server and many embedded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however, in recent years, it has been replaced by systemd.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BusyBox init daemon is a trim down form of System V init; however, System V init has two advantages: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boot scripts are in a well-known/modular format, so easier to add packages at build time or runtime.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collection of programs to be started or stopped in one go when using run levels and switching from one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level to another.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eight runlevels, numbered from 0 to 6, plus 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S: Runs startup tasks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0: Halts the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1 to 5: Available for general use and are used as needed.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e.g. on desktop Linux distributions, the conventional assignment is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1: Single user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2: Multi-user without network configuration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3: Multi-user with network configuration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4: Not used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5: Multi-user with graphical login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6: Reboots the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E25CF7-5954-4AE8-ADA0-EBC25D403A0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systemd - https://www.freedesktop.org/wiki/Software/systemd/ , is a system and service manager.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systemd is state of the art and evolving rapidly - common on desktop, server and embedded Linux system,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especially on more complex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project initiated in 2010 by Lennart Poettering and Kay Sievers .. integrated set of tools around init daemon.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 includes device management (udev) and logging, among other things.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is it better than System V init for embedded systems?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configuration is simpler and more logical - systemd has unit config files written in a well-defined format.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explicit dependencies between services, rather than a two-digit number to determine when scripts are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set permissions and resource limits for each service, which is important for security.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monitor services and restart them if needed.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parallel start to services - reducing boot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with System V init, here are embedded use cases with examples based on Yocto Project 3.1 release, with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systemd version 244.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systemd with the Yocto Project and Buildroot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default init daemon in the Yocto Project is System V - and select systemd, add to conf/local.conf: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INIT_MANAGER = "systemd"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Buildroot uses BusyBox init by default.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select systemd through menuconfig under System configuration | Init system menu.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configure the toolchain to use glibc for the C library, since systemd does not support uClibc-ng or musl.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there are restrictions on the version and configuration of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 full list of library and kernel dependencies is in README file at top level of the systemd source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Introducing targets, services, and units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Before describing how systemd works, there are three key concepts to look at: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unit: A configuration file that describes a target, a service, and several other things. Units are text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contain properties and values.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service: A daemon that can be started and stopped, very much like a System V init service.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target: A group of services like a System V init runlevel, but more general.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a default target that is the group of services that are started at boot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systemctl command is used to change states and find out what is going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F9FB28-29A3-49AE-98C8-9B87548BE9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Every Linux device needs an init program of some kind.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When designing a system that only launches a small number of daemons at startup and remains fairly static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after that, then BusyBox init is sufficient.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And, it is usually a good choice if using Buildroot as the build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On the other hand, in a system with complex dependencies between services at boot time or runtime,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storage space is available, then systemd would be the best choice.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Even without the complexity, systemd has some useful features in the way it handles watchdogs, remote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logging, and so on, so give it serious thought.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Meanwhile, System V init lives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is well understood, and there are init scripts already in existence for every component that is important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us, and is the default init for the Yocto Project reference distribution (Poky).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While systemd is faster than System V init for a similar workload, for a very fast boot, neither beats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simple BusyBox init with minimal boot scripts.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There is a lesser-known init system that is well suited for embedded Linux systems: BusyBox runit – which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offers the power and flexibility of systemd without the added complexity and overhead.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9. If Buildroot is the build system and BusyBox init does not meet the needs, then there are many good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reasons to consider BusyBox runit instead.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7ECE2D-464F-4FE0-BAB1-E5EF3C60962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Luck!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36741D-2F92-488C-AC02-CF73F493475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using pthreads and IPC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Submit screenshot of the build and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0EA6E4-FA47-497E-91E4-41676105D15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Discussed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Storage Strategy – flash memory, fs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7F3260-DEF0-4132-8FC0-1B23C583FFB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saw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Overview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Introduction to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Examples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Hardware for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System Architecture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Environment for Embedded Linux Systems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B820F8-A828-4A3A-B826-C248B94276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24060B-4226-4CB9-81D0-9B12C994D7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4A5FB3-2D45-43FD-815F-77215D0A28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9BAB92-975C-4123-8803-39B687F59D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35926D-866D-405C-8828-42DD7B0D0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E731C9-8730-4372-A363-D7DAABF508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0E7267-EC97-4B64-B25E-A211A97DB6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F70503-E85D-440C-9DD6-B2B2B6C44A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CCBF06-5289-4A10-AA2A-63A2F19D9A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C47118-3F8B-40AC-9D45-59F8EDFBAF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CA3E51-6988-433F-971D-23AC93EE70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E36D6F-4BEE-4699-83E0-DC521C18BE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Linux Systems Programming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Chapter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Introducing init: BusyBox init, System V init, systemd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Using BusyBox runit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Using Processes &amp; Threads: Understanding Scheduling and IPC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Why init?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why it is so important to the rest of the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many possible implementations of init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three main ones are: BusyBox init, System V init, and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overview of how it works and the types of systems it suits best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Init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Init - many possible implementations of init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three most likely seen in embedded devices 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BusyBox init, System V init, and systemd.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Buildroot builds all three with BusyBox init as the default.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Yocto Project builds either with systemd or System V init (default).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Yocto's Poky-tiny distribution ships with BusyBox init.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most other distribution layers do not.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Init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BusyBox Init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BusyBox init — minimal program for running shell scripts, from a 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 /etc/inittab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scripts placed in the /etc/init.d directory.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config file having rules for starting programs at bootup and to stop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them at shutdown - contains a list of programs to run, one per line,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a format: &lt;id&gt;::&lt;action&gt;:&lt;program&gt;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Init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System V Init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inspired from Unix System V and so dates back to the mid-1980s.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common in desktop, server and many embedded systems till recently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however, in recent years, it has been replaced by systemd.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BusyBox init daemon is a trim down form of System V init; however,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System V init has two advantages: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boot scripts are easier to add packages at build time or runtime.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collection of programs to be started or stopped in one step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Init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systemd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V init is a simple init daemon that has served well for decades.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However, it lacks ability to monitor services and restart them if needed.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Therefore, most popular Linux distributions have moved on to systemd.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 Notes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Init: BusyBox init, System V init and systemd.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Quiz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10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45 Mins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6 Attempts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Highest Retained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Assignment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using pthreads and IPC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Submit screenshot of the build and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Storage Strategy — flash memory, fs for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Overview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Introduction to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Examples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Hardware for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Architecture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Environment for Embedded Linux Systems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2026-06-19T16:03:15Z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