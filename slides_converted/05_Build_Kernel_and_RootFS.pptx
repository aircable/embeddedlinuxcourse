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FBD97FB-AE35-4859-ABE5-F66E79378CB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Decisions to be made before development starts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kernel is the third element of embedded 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responsible for managing resources and interfacing with hardware, and so it affects every aspect of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 software 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usually tailored to a particular hardware configuration, however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device trees allow the creation of a generic kernel tailored to particular hardware.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get a kernel for a board?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configure and compile it?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Bootstrap, focusing on the part the kernel plays?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are device drivers and how they pick up information from the device tree?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following main topics are the main topics discussed: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does the kernel do?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Choosing a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Booting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Porting Linux to a new board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Will Discuss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Selecting hardware for Embedded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Storage Strategy – flash memory, fs for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History of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Linux began in 1991 when Linus Torvalds wrote an operating system for Intel 386- and 486-based PC’s.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He was inspired by the Minix operating system written by Andrew S. Tanenbaum 4 years earlier.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differed in many ways from Minix; the main difference being that it was a 32-bit virtual memory kernel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code was open source, later released under the GPL v2 license. He announced it on August 25, 1991.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Linus did not write an operating system, rather he wrote a kernel, which is a component of an operating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system. To create a complete operating system with user space commands and a shell command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interpreter, he used components from the GNU project, especially the toolchain, the C library, and basic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command-line tools. That distinction remains today and gives Linux a lot of flexibility in the way it is used.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Linux kernel is combined with a GNU user space to create a full Linux distribution that runs on desktops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and servers, and is called GNU/Linux; it can be combined with an Android user space to create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wellknown mobile operating system, or it can be combined with a small BusyBox based user space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create a compact embedded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By removing the toolchain, slimmer runtime images are deployed without a compiler or header files.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By decoupling user space from the kernel, additional options in terms of init systems (runit versus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systemd), C libraries (musl versus glibc), and package formats (.apk versus .deb).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Contrast this with the BSD operating systems, FreeBSD, OpenBSD, and NetBSD, in which the kernel,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toolchain, and the user space are combined into a single code base.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kernel has three main objectives: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to manage resources,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to interface with hardware,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to provide an API that offers a useful level of abstraction to user space programs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Applications running in user space run at a low CPU privilege level.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They only make library calls.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 library translates these user-space functions, into kernel system calls.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System call interface is architecture-specific e.g. trap or sw intr, and switches CPU from low-privilege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user mode to high-privilege kernel mode allowing access to all memory addresses and CPU registers.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system call handler dispatches the call to the appropriate kernel subsystem: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memory allocation calls go to the memory manager,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filesystem calls to the filesystem code,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 calls access underlying hardware and are passed down to a device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The hardware can itself invoke the kernel by raising an interrupt.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Interrupts can only be handled in a device driver, never by a user space application.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All the useful things that an application does, is through the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kernel, is one of the most important elements in the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Choosing a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Choice is between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use latest version of software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use long-term support of the code base, due to the need for handling vendor-specific additions.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Kernel Development Cycle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Linux is developed at a fast pace - a new version being released every 8 to 12 weeks.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release numbering of kernel version numbers are constructed has changed a bit in recent years.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Before July 2011, it was a three-number version scheme with version numbers that looked like 2.6.39.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The middle number indicated whether it was a developer or stable release;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odd numbers (2.1.x, 2.3.x, 2.5.x) were for developers and even numbers were for end users.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From ver 2.6 on, dev. branch -odd numbers- was dropped, as it slowed rate of new features available..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Then, the jump from 2.6.39 to 3.0 in July 2011 was because Linus felt that numbers were becoming too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large; there was no huge leap in features or architecture of Linux between those two versions.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Since then, in April 2015 and March 2019, he bumped the major from 3 to 4 and 4 to 5 respectively,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dropping middle number, again purely for neatness, not because of any large architectural shift.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Linus manages the development kernel tree.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Follow him by cloning the Git tree: $ git clone git://git.kernel.org/pub/scm/linux/kernel/git/torvalds/linux.git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This will check out into the subdirectory linux. And, keep up to date by running git pull in that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full cycle of kernel dev. has a merge window of 2 weeks, in which Linus accepts patches for new features.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Code incorporated during the merge window has to be fairly mature.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At the end of merge window, a stabilization phase begins, during which Linus produces weekly release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candidates with version numbers ending in -rc1, -rc2, and so on, usually up to -rc7 or -rc8.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During this time, people test the candidates and submit bug reports and fixes.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When all significant bugs have been fixed, the kernel is released.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Choosing a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rapid rate of change of Linux is a good thing, but it does not fit very well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it brings new features into the mainline code base.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as compared to the longer life cycle of embedded projects.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After the release of a mainline kernel (maintained by Linus Torvalds),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is moved to the stable tree (maintained by Greg Kroah-Hartman).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address this, there 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stable releases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long-term releases.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Bug fixes are applied to the stable kernel, while the mainline kernel begins the next development cycle.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Point releases of the stable kernel are marked by a third number, 3.18.1, 3.18.2,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Before version 3, there were four release numbers, 2.6.29.1, 2.6.39.2, and so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Getting the source.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Raspberry Pi 4, BeagleBone Black, and the ARM Versatile PB, are well supported by the mainline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so use the long-term kernel available at www.kernel.org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as compared to the longer life cycle of embedded projects.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wget https://cdn.kernel.org/pub/linux/kernel/v5.x/linux-5.4.50.tar.xz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tar xf linux-5.4.50.tar.xz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mv linux-5.4.50 linux-stable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There is a lot of code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There are over 57,000 files in the 5.4 kernel containing C source code, header files, and assembly code,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amounting to a total of over 14 million lines of code, as measured by the SLOCCount utility.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worth knowing basic layout of code and to know somewhat, where to look for a particular component.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kernel configuration.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suits different reqs, from small, dedicated device such as a smart thermostat to a complex mobile handset.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are many thousands of configuration options.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getting config. right is a task itself, but before getting into that, lets see how the configuration works.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Kconfig - config mechanism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and build system that it integrates with is called Kbuild. both are documented in Documentation/kbuild.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Kconfig/Kbuild are similarly used in other projects as well .. crosstool-NG, U-Boot, Barebox, and BusyBox.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configuration options are declared in a hierarchy of files named Kconfig,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it is using a syntax described in Documentation/kbuild/kconfiglanguage.rst.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top-level Kconfig looks like this: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mainmenu "Linux/$(ARCH) $(KERNELVERSION)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Configuration"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comment "Compiler: $(CC_VERSION_TEXT)"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source "scripts/Kconfig.include"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[…]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And the first line of arch/Kconfig is this: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source "arch/$(SRCARCH)/Kconfig“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includes architecture-dependent configuration file, which sources other Kconfig files,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depending on which options are enabled.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LOCALVERSION to identify a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Identify the kernel version and release .. using make kernelversion and make kernelrelease targets: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$ make ARCH=arm kernelversion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5.4.50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$ make ARCH=arm kernelrelease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5.4.50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reported at runtime with uname and is also used in naming directory where kernel modules are stored.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configuration is changed from default, append version information, by setting CONFIG_LOCALVERSION.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e.g., if a kernel is marked the -ldd identifier and version 1.0, then define local version in menuconfig: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Running make kernelversion produces same output as before, but make kernelrelease: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$ make ARCH=arm kernelrelease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5.4.50-melp-v1.0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kernel modules.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device and kernel functions are loaded at runtime, depending on hardware detected and features required.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Without it, every driver and feature has to be statically linked into the kernel, making it infeasibly large.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Yet, on the other hand, with embedded devices, the hardware and kernel configuration are known at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time of the kernel build, and therefore modules are not so useful.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fact, they could be a problem because they create a version dependency between the kernel and the 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filesystem, which could cause boot failures if one is updated but not the other.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Therefore, it is quite common for embedded kernels to be built without any modules at 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However, there are a few cases where kernel modules are a good idea in embedded systems: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when there 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proprietary modules, for the licensing reasons given in the preceding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reduce boot time by deferring the loading of non-essential drivers.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several drivers to load, and it would take up too much memory to compile them statically.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e.g. you have a USB interface that supports a range of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Compiling – Kbuild.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before, the kernel build system, Kbuild, is a set of make scripts that take the configuration information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from the .config file, work out the dependencies, and compile everything that is necessary to produce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kernel image.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This kernel image contains all the statically linked components, possibly a device tree binary, and possibly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one or more kernel modules.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dependencies are expressed in makefiles that are in each directory with buildable components.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instance, the following two lines are taken from drivers/char/Makefile: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obj-y += mem.o random.o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obj-$(CONFIG_TTY_PRINTK) += ttyprintk.o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obj-y rule unconditionally compiles a file to produce the target, so mem.c and random.c are always part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of the kernel. In the second line, ttyprintk.c is dependent on a configuration parameter.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If CONFIG_TTY_PRINTK is y, it is compiled as a built-in;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if it is m, it is built as a module;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if the parameter is undefined, it is not compiled at 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most targets, just typing make -with the appropriate ARCH and CROSS_COMPILE,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works, but take it one step at a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See the prior chapter for the meaning of the CROSS_COMPILE make variable.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 artifacts.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kernel build generates two files in the top-level directory: vmlinux and System.map.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first, vmlinux, is the kernel as an ELF binary. If kernel is compiled with debug enabled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(CONFIG_DEBUG_INFO=y), it will contain debug symbols to be used with debuggers such as kgdb.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Also use other ELF binary tools, such as size to measure the length of each section (text, data, and bss)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arm-cortex_a8-linux-gnueabihf-size vmlinux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text data bss dec hex filename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14005643 7154342 403160 21563145 1490709 vmlinux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System.map contains the symbol table in a human-readable 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Most bootloaders cannot handle ELF code directly.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There is a further stage of processing that takes vmlinux and places binaries in arch/$ARCH/boot that 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suitable for the various bootloaders: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Image: vmlinux converted to raw binary format.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zImage: For the PowerPC architecture, this is just a compressed version of Image, which implies that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the bootloader must do the decompression. For all other architectures, the compressed Image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piggybacked onto a stub of code that decompresses and relocates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uImage: zImage plus a 64-byte U-Boot header.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Compiling device trees.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build the device tree, or trees for a multi-platform 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dtbs target builds device trees according to the rules in arch/$ARCH/boot/dts/Makefile, using the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tree source files in that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following is a snippet from building the dtbs target for multi_v7_defconfig: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$ make ARCH=arm dtbs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[…]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DTC arch/arm/boot/dts/alpine-db.dtb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DTC arch/arm/boot/dts/artpec6-devboard.dtb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DTC arch/arm/boot/dts/at91-kizbox2.dtb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DTC arch/arm/boot/dts/at91-nattis-2-natte-2.dtb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DTC arch/arm/boot/dts/at91-sama5d27_som1_ek.dtb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[…]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compiled .dtb files are generated in the same directory as the sources.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Compiling modules.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some features are to be built as modules, build them separately using the modules target: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-j 4 ARCH=arm CROSS_COMPILE=arm-cortex_a8-linux-gnueabihf- modules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compiled modules have a .ko suffix and are generated in the same directory as the source code,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meaning that they are scattered all around the kernel source tree.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Finding them is a little tricky, but use the modules_install make target to install them in the right place.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default location is /lib/modules in your development system, which is certainly not what should be.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install them in the staging area of a root filesystem provide the path using INSTALL_MOD_PATH: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-j4 ARCH=arm CROSS_COMPILE=arm-cortex_a8-linux-gnueabihf-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INSTALL_MOD_PATH=$HOME/rootfs modules_install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 modules are put into the /lib/modules/[kernel version] directory, relative to the root of the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Cleaning kernel sources.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here are the three make targets for cleaning the kernel source tree: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clean: Removes object files and most intermediates.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mrproper: Removes all intermediate files, including the .config file. Use this target to return the source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tree to the state it was in immediately after cloning or extracting the source code. If you are curious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about the name, Mr. Proper is a cleaning product common in some parts of the world. The meaning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make mrproper is to give the kernel sources a really good scrub.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distclean: This is the same as mrproper, but also deletes editor backup files, patch files, and 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artifacts of software development.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a 64-bit kernel for the Raspberry Pi 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is already support for the Raspberry Pi 4 in the mainline kernel: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also, the author notes Raspberry Pi Foundation's fork of Linux https://github.com/raspberrypi/linux is more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stable.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4.19.y branch of that fork is also more actively maintained than that same fork's rpi-5.4.y branch.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Since the Raspberry Pi 4 has a 64-bit quad core ARM Cortex-A72 CPU, use a GNU toolchain from Arm that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targets AArch64 GNU/Linux to crosscompile a 64-bit kernel for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This prebuilt toolchain can be downloaded from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https://developer.arm.com/tools-and-software/open-source-software/developertools/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gnu-toolchain/gnu-a/downloads: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$ cd ~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$ wget https://developer.arm.com/-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/media/Files/downloads/gnu-a/10.2-2020.11/binrel/gcc-arm-10.2-2020.11-x86_64-aarch64-none-linux-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gnu.tar.xz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$ tar xf gcc-arm-10.2-2020.11-x86_64-aarch64-nonelinux-gnu.tar.xz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$ mv gcc-arm-10.2-2020.11-x86_64-aarch64-none-linuxgnu gcc-arm-aarch64-none-linux-gnu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a kernel for the BeagleBone Black.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here is the complete sequence of commands to build a kernel, the modules, and a device tree for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BeagleBone Black, using the crosstool-NG ARM Cortex A8 cross compiler: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cd linux-stable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ARCH=arm CROSS_COMPILE=arm-cortex_a8-linuxgnueabihf-mrproper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ARCH=arm multi_v7_defconfig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-j4 ARCH=arm CROSS_COMPILE=arm-cortex_a8-linux-gnueabihf-zImage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-j4 ARCH=arm CROSS_COMPILE=arm-cortex_a8-linux-gnueabihf-modules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ARCH=arm CROSS_COMPILE=arm-cortex_a8-linuxgnueabihf-dtbs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a kernel for the QEMU.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Here is the sequence of commands to build Linux for the ARM Versatile PB that is emulated by QEMU,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using the crosstool-NG v5TE compiler: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cd linux-stable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ARCH=arm CROSS_COMPILE=arm-unknown-linuxgnueabi-mrproper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-j4 ARCH=arm CROSS_COMPILE=arm-unknown-linuxgnueabi-zImage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-j4 ARCH=arm CROSS_COMPILE=arm-unknown-linuxgnueabi-modules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make ARCH=arm CROSS_COMPILE=arm-unknown-linuxgnueabi-dtbs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Booting the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Booting Linux is highly device-dependent.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We will see how it works for the Raspberry Pi 4, BeagleBone Black, and QEMU.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other target boards, consult the information from vendor or from the community project, if there is 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At this point, we have the kernel image files and the device tree blobs for the Raspberry Pi 4, BeagleBone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Black, and QEMU.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Booting the Raspberry Pi 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Raspberry Pis use a proprietary bootloader provided by Broadcom instead of UBoot.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Unlike previous Raspberry Pi models, the Raspberry Pi 4's bootloader resides on an onboard SPI EEPROM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rather than on a microSD card.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Still need to put the kernel image and device tree blobs for the Raspberry Pi 4 on a microSD to boot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64-bit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Booting the BeagleBone Black.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begin, need a microSD card with U-Boot installed, as described in the Installing U-Boot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Insert the microSD card into a card reader and from the linux-stable directory,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copy the arch/arm/boot/zImage and arch/arm/boot/dts/am335x-boneblack.dtb files to the boot partition.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Unmount the card and insert it into the BeagleBone Black.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Start a terminal emulator, such as gtkterm, and be prepared to press the spacebar as soon as the U-Boot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messages appear.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Next, power on the BeagleBone Black and press the space bar.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should show a U-Boot prompt.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Booting the BeagleBone Black.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Assuming that qemu-system-arm is already installed, launch it with the kernel and the .dtb file for the ARM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Versatile PB,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$ QEMU_AUDIO_DRV=none \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qemu-system-arm -m 256M -nographic -M versatilepb 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kernel \ zImage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-append "console=ttyAMA0,115200" -dtb versatilepb.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dtb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Note that setting QEMU_AUDIO_DRV to none is just to suppress error messages from QEMU about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missing configurations for the audio drivers, which is not used.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with the Raspberry Pi 4 and BeagleBone Black, this will end with kernel panic and the system will halt.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exit from QEMU, press Ctrl + A and then x (two separate keystrokes).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Kernel Panic.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 panic occurs when the kernel encounters an unrecoverable error.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By default, it will print out a message to the console and then halt.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You can set the panic command-line parameter to allow a few seconds before reboots following a panic.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this case, the unrecoverable error is no root filesystem, illustrating that a kernel is useless without a user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space to control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Fix by providing a root filesystem, either as a ramdisk or on a mountable mass storage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kernel command 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kernel command line is a string that is passed to the kernel by the bootloader, via the bootargs variable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in the case of U-Boot; it can also be defined in the device tree or set as part of the kernel configuration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CONFIG_CMDLINE.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 examples of the kernel command line are seen already, but there are many more.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Here is a shorter list of the most useful ones, with a complete list in Documentation/kernelparameters.txt.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debug: Sets console log level to highest level, 8, to ensure that all kernel messages are seen on console.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init=: The init program to run from a mounted root filesystem, which defaults to /sbin/init.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lpj=: Sets loops_per_jiffy to a given constant. There is a description of the significance of this below.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panic=: Behavior when kernel panics: if greater than zero, it gives the number of seconds before rebooting;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if it is zero, it waits forever (this is the default); or if it is less than zero, it reboots without any delay.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quiet: Sets console log level to silent, suppressing all but emergency messages. Since most devices have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serial console, it takes time to output all strings. So, reducing #messages with this option reduces boot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rdinit=: The init program to run from a ramdisk. It defaults to /init.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ro: Mounts the root device as read-only. Has no effect on a ramdisk, which is always read/write.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root=: The device on which to mount the root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rootdelay=: The number of seconds to wait before trying to mount the root device; defaults to zero. Useful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if the device takes time to probe the hardware, but also see rootwait.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rootfstype=: The filesystem type for the root device. In many cases, it is auto-detected during mount, but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is required for jffs2 filesystems.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a Root 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techniques described here are broadly known as roll your own or RYO.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Back in the early days of embedded Linux, this was the only way to create a root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There are still some use cases where an RYO root filesystem is applicable, for example, when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amount of RAM or storage is very limited, for quick demonstrations, or for any case in which your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requirements are not (easily) covered by the standard build system tools.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These cases are quite rare.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the purpose of this chapter is educational; it is not meant to be a recipe for building everyday embedded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systems: use the tools described in the next chapter for this.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first objective is to create a minimal root filesystem that will give us a shell prompt.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Then, using this as a base, add scripts to start up other programs and configure a network interface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user permissions.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are worked examples for both the BeagleBone Black and QEMU targets.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Knowing how to build the root filesystem from scratch is a useful skill, and it will help to understand what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going on when we look at more complex examples in later.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should be in the root filesystem?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kernel gets a root filesystem, either as an initramfs passed as a pointer from the bootloader or by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mounting the block device given on the kernel command line by the root= parameter.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Once it has a root filesystem, the kernel will execute the first program, by default named init, as earlier.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Then, as far as the kernel is concerned, its job is complete. It is now up to the init program to begin starting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other programs and bring the system to life.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need these components - to make a minimal root filesystem: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init: This is the program that starts everything off, usually by running a series of scripts.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shell: need a shell for a command prompt but,, also to run shell scripts called by init and other programs.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daemons: A daemon is a background program to provide service to others. e.g. system log (syslogd)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secure shell (sshd). The init program starts initial set of daemons to support main system applications.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fact, init is itself a daemon: it is the daemon that provides the service of launching other daemons.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shared libraries: Most programs are linked with shared libraries and so they must be present in root 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configuration files: configs for init and other daemons is stored in text files, usually in /etc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device nodes: These are the special files that give access to various device drivers.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proc and sys: These two pseudo filesystems represent kernel data structures as a hierarchy of directories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and files. Many programs and library functions depend on /proc and /sys.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 modules: if some parts of kernel are configured aw modules, they are installed in the root filesystem,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usually in /lib/modules/[kernel version].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directory layout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Linux kernel does not care about file and dir layouts beyond that named by init= or rdinit=.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an example, compare file layout of Android to that of a Linux distribution: they are completely different.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However, files are expected to be in certain places, and it helps developers if devices use a similar layout.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basic layout of most Linux systems is defined in the Filesystem Hierarchy Standard (FHS), available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https://refspecs.linuxfoundation.org/fhs.shtml.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FHS covers all the implementations of Linux operating systems, from the largest to the smallest.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Embedded devices tend to use a subset based on their needs, but it usually includes the following: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/bin: Programs essential for all users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/dev: Device nodes and other special 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/etc: System configuration 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/lib: Essential shared libraries, for example, those that make up the C library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/proc: Information about processes represented as virtual 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/sbin: Programs essential to the system administrator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/sys: Information about devices and their drivers represented as virtual 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/tmp: A place to put temporary or volatile 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/usr: Additional programs, libraries, and admin utils, in /usr/bin, /usr/lib, and /usr/sbin directories,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/var: A hierarchy of files and directories that may be modified at runtime, for example, log messages,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some of which must be retained after boot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Busybox?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shell is a way of launching other programs, and a shell script is little more than a list of programs to run,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some flow control and a means of passing information between programs.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make a shell useful, it needs the utility programs that the Unix command line is based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Even for a basic root filesystem, it needs approximately 50 utilities, which presents two problems.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Firstly, tracking down the source code for each one and cross-compiling it would be quite a big job.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Secondly, the resulting collection of programs would take up several tens of megabytes, which was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real problem in the early days of embedded Linux when a few megabytes was all that was available.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solve this problem, BusyBox was created.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Busybox?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Early BusyBox had nothing to do with embedded 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project started in 1996 by Bruce Perens for Debian installer to boot Linux from a 1.44 MB floppy disk.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this was about size of storage on embedded devices, and so embedded Linux community quickly took it 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BusyBox has been at the heart of embedded Linux ever since.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was written from scratch to perform the essential functions of the essential Linux utilities.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developers used 80:20 rule: most useful 80% of program is implemented in 20% of the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Hence, BusyBox tools implement a subset of functions of desktop equivalents, but they do enough of it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be useful in the majority of cases.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BusyBox employs combines all the tools together into a single binary, making it easy to share code between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works like this: BusyBox is a collection of applets, each of which exports a main function in the form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[applet]_main.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example, the cat command is implemented in coreutils/cat.c and exports cat_main. The main function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BusyBox itself dispatches the call to the correct applet, based on the command-line arguments.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launch BusyBox with the name of the applet to run, followed by any arguments the applet expects: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busybox cat my_file.txt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better way to get BusyBox to run cat applet is to create a symbolic link from /bin/cat to /bin/busybox: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$ ls -l bin/cat bin/busybox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-rwxr-xr-x 1 root root 892868 Feb 2 11:01 bin/busybox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lrwxrwxrwx 1 root root 7 Feb 2 11:01 bin/cat -&gt; busybox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Building Busybox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BusyBox uses the same Kconfig and Kbuild system as the kernel, so crosscompiling is straightforward.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Get the source by cloning the BusyBox Git repo and checking out the version needed 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$ git clone git://busybox.net/busybox.git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$ cd busybox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$ git checkout 1_31_1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or download the corresponding TAR file from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https://busybox.net/downloads/.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Then, configure BusyBox by starting with default config, to enable almost all the features of BusyBox: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$ make distclean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$ make defconfig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At this point, run make menuconfig to fine-tune the configuration.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For example, set the install path in Busybox Settings | Installation Options (CONFIG_PREFIX) to point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the staging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Then, you can cross-compile in the usual way.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If the intended target is the BeagleBone Black, use this command: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$ make ARCH=arm CROSS_COMPILE=arm-cortex_a8-linuxgnueabihfIf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or, if the intended target is the QEMU emulation of a Versatile PB, use this command: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$ make ARCH=arm CROSS_COMPILE=arm-unknown-linuxgnueabi-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either case, the result is the executable busybox.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Libraries for the root filesystem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Programs are linked with libraries.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Link them all statically, in which case, there would be no libraries on the target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But, this takes up an unnecessarily large amount of storage if there are more than two or three programs.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So, there is the need to copy shared libraries from the toolchain to the staging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 do you know which libraries?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One option is to copy all of the .so files from the sysroot directory of the toolchain. Instead of trying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predict which libraries to include, just assume that the image will eventually need them all. This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certainly logical and, if the need is for creating a platform to be used by others for a range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applications, it would be the correct approach. Be aware, though, that a full glibc is quite large.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In the case of a crosstool-NG build of glibc 2.22, the libraries, locales, and other supporting files come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33 MiB. Of course, cut down on that considerably using musl libc or uClibc-ng.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Another option is to cherry-pick only those libraries that you require, for which you need a means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discovering library dependencies.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 the readelf command for this task: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cd ~/rootfs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$ arm-cortex_a8-linux-gnueabihf-readelf -a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bin/busybox | grep "program interpreter"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[Requesting program interpreter: /lib/ld-linuxarmhf.so.3]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nodes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Most devices in Linux are represented by device nodes,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accordance with the Unix philosophy that everything is a file (except network interfaces, which 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sockets).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device node may refer to a block device or a character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Block devices are mass storage devices, such as SD cards or hard drives.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character device is pretty much anything else, once again, with the exception of network interfaces.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conventional location for device nodes is the directory called /dev.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example, a serial port may be represented by the device node called /dev/ttyS0.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Device nodes are created using the program named mknod (short for make node):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mknod &lt;name&gt; &lt;type&gt; &lt;major&gt; &lt;minor&gt;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parameters to mknod are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• name is the name of the device node that you want to create.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• type is either c for character devices or b for a block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• major and minor are a pair of numbers that are used by the kernel to route file requests to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appropriate device driver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is a list of standard major and minor numbers in kernel sources in the Documentation/devices.txt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create device nodes for all the devices you want to access on a system, do so manually using the mknod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command or create them automatically at runtime using one of the device managers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proc and sysfs filesystems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proc and sysfs are two pseudo filesystems that give a window into the inner workings of the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They both represent kernel data as files in a hierarchy of directories: when you read one of the files,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contents you see do not come from disk storage; it has been formatted on the fly by a function in the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 files are also writable, meaning if it is of the correct format and you have sufficient permissions, it will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modify the value stored in the kernel's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other words, proc and sysfs provide another way to interact with device drivers and other kernel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proc and sysfs filesystems should be mounted on the directories called /proc and /sys: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# mount -t proc proc /proc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# mount -t sysfs sysfs /sys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Although they are very similar in concept, they perform different functions.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proc has been part of Linux since the early days. Its original purpose was to expose information about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processes to the user space, hence the name. To this end, there is a directory for each process named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/proc/&lt;PID&gt;, which contains information about its state. The process list command, ps, reads these 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to generate its output. In addition, there are files that give information about other parts of the kernel, for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example, /proc/cpuinfo tells you about the CPU, /proc/interrupts has information about interrupts, and so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on. Finally, in /proc/sys, there are files that display and control the state and behavior of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subsystems, especially scheduling, memory management, and networking. The manual page is the best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reference for the files you will find in the proc directory, which you can see by typing man 5 proc.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On the other hand, the role of sysfs is to present the kernel driver model to the user space. It exports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hierarchy of files relating to devices and device drivers and the way they are connected to each other.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Mounting filesystems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mount command allows to attach one fs to a directory within another, forming a hierarchy of 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one at the top, which was mounted by the kernel when it booted, is called the root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format of the mount command is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mount [-t vfstype] [-o options] device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parameters of mount are as follows: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vfstype is the type of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options is a comma-separated list of mount options.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device is the block device node the filesystem resides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directory is the directory you want to mount the filesystem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are various options you can give after -o; have a look at the manual page mount(8) for more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information. As an example, if you wanted to mount an SD card containing an ext4 filesystem in the first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partition onto the directory called /mnt, you would type the following code: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# mount -t ext4 /dev/mmcblk0p1 /mnt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Assuming the mount succeeds, you would be able to see the files stored on the SD card in the /mnt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directory. In some cases, you can leave out the filesystem type and let the kernel probe the device to find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out what is stored there. If mounting fails, you may first need to unmount the partition in case your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distro is configured to automount all the partitions on an SD card when it is inserted.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Looking at the example of mounting the proc filesystem, there is something odd: there is no device node,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such as /dev/proc, since it is a pseudo filesystem and not a real 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Transferring the root filesystem to the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creating a skeleton root filesystem in a staging directory, the next task is to transfer it to the target. There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three possibilities: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initramfs: Also known as a ramdisk,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it is a filesystem image that is loaded into RAM by the bootloader.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Ramdisks are easy to create and have no dependencies on mass storage drivers.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They can be used in fallback maintenance mode when the main root filesystem needs updating.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They can even be used as the main root filesystem in small embedded devices, and they are commonly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used as the early user space in mainstream Linux distributions.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As the contents of the root filesystem are volatile, and any changes made in the root filesystem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runtime will be lost when the system next boots.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It would need another storage type to store permanent data such as configuration parameters.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Disk image: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It is a copy of the root filesystem formatted and ready to be loaded onto a mass storage device on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target. For example, it could be an image in the ext4 format ready to be copied onto an SD card, or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could be in the jffs2 format ready to be loaded into flash memory via the bootloader.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Creating a disk image is the most common option.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Network filesystem: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Staging directory is exported to the network via an NFS server and mounted by the target at boot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This is common during the development phase, in preference to repeated cycles of creating a disk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image and reloading it onto the mass storage device, which is quite a slow process.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Creating a boot initramfs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 initial RAM filesystem, or initramfs, is a compressed cpio archive.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cpio is an old Unix archive format, but easier to decode and so requiring less code in the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configure kernel with CONFIG_BLK_DEV_INITRD to support initramfs.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are three different ways to create a boot ramdisk: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as a standalone cpio archive,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as a cpio archive embedded in the kernel image,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as a device 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that the kernel build system processes as part of the build.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first option gives the most flexibility because kernels and ramdisks can be mixed and matched.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However, it means that there are two files to deal with instead of one, and not all bootloaders have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facility to load a separate ramdisk.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init program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Running a shell, or even a shell script, at boot time is fine for simple cases, but really you need something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more flexible.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Normally, Unix systems run a program called init that starts up and monitors other programs.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Over the years, there have been many init programs. For now, looking at the init program from BusyBox.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init program begins by reading the configuration file, /etc/inittab.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Here is a simple example that is adequate for our needs: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::sysinit:/etc/init.d/rcS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::askfirst:-/bin/ash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first line runs a shell script, rcS, when init is started.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second line prints the message Please press Enter to activate this console to the console and starts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shell when you press Enter.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leading - before /bin/ash means that it will become a login shell, which sources /etc/profile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$HOME/.profile before giving the shell prompt.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One of the advantages of launching the shell like this is that job control is enabled.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most immediate effect is that you can use Ctrl + C to terminate the current program.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Maybe it wasn’t noticed it before, but when the ping program is run and find you can't stop it!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BusyBox init provides a default inittab if none is present in the root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a little more extensive than the preceding 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Configuring user accounts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not good practice to run all programs as root, since if one program is compromised by an outside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attack, then the whole system is at risk.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preferable to create unprivileged user accounts and use them where full root is not necessary.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Usernames are configured in /etc/passwd.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has one line per user, with seven fields of information separated by colons, which are, in order following: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login name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hash code used to verify the password or, more usually, an x to indicate that the password is stored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/etc/shadow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user 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group 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comment field, often left blank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user's home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shell this user will use (optional)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Here is a simple example in which we have user root with UID 0 and user daemon with UID 1: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root:x:0:0:root:/root:/bin/sh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daemon:x:1:1:daemon:/usr/sbin:/bin/false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Setting the shell for user daemon to /bin/false ensures that any attempt to log on with that name will fail.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Various programs have to read /etc/passwd in order to look up usernames and UIDs, and so the file has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be world-readable.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managing device nodes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Creating device nodes statically with mknod is quite hard work and inflexible.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are other ways to create device nodes automatically on demand: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devtmpfs: This is a pseudo filesystem that you mount over /dev at boot time. The kernel populates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with device nodes for all the devices that the kernel currently knows about, and it creates nodes for new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devices as they are detected at runtime. The nodes are owned by root and have default permissions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0600. Some well-known device nodes, such as /dev/null and /dev/random, override the default to 0666.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To see exactly how this is done, take a look at the Linux source file drivers/char/mem.c and see how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struct memdev is initialized.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mdev: This is a BusyBox applet that is used to populate a directory with device nodes and to create new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nodes as needed. There is a configuration file, /etc/mdev.conf, which contains rules for ownership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the mode of the nodes.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udev: This is the mainstream equivalent of mdev. You will find it on desktop Linux and in some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embedded devices. It is very flexible and a good choice for higher-end embedded devices. It is now part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of systemd.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Although both mdev and udev create the device nodes themselves, it is easier to just let devtmpfs do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job and use mdev/udev as a layer on top to implement the policy for setting ownership and permissions.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devtmpfs approach is the only maintainable way to generate device nodes prior to user space startup.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Configuring the network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Next, let's look at some basic network configurations so that to communicate with the outside world.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Assume that there is an Ethernet interface, eth0, and that it only needs a simple IPv4 configuration.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These examples use the network utilities that are part of BusyBox, and they are sufficient for a simple 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case, using the old-but-reliable ifup and ifdown programs.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main network configuration is stored in /etc/network/interfaces.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need to create these directories in the staging directory: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etc/network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etc/network/if-pre-up.d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etc/network/if-up.d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var/run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a static IP address, /etc/network/interfaces would look like this: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auto lo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iface lo inet loopback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auto eth0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iface eth0 inet static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address 192.168.1.101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netmask 255.255.255.0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network 192.168.1.0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makes Linux so powerful is the ability to configure the kernel however needed.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The definitive place to get the kernel source code is https://www.kernel.org/ 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but the source will need to be obtained for a particular SoC or board from the vendor of that device or a third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party that supports that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The customization of the kernel for a particular target may consist of changes to the core kernel code,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additional drivers for devices that are not in mainline Linux, a default kernel configuration file, and a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tree source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Normally, start with the default configuration for your target board and then tweak it by running one of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configuration tools, such as menuconfig. One of the things to consider at this point is whether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features and drivers should be compiled as modules or built in. Kernel modules are usually no great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advantage for embedded systems, where the feature set and hardware are usually well defined. However,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modules are often used as a way to import proprietary code into the kernel, and also to reduce boot time by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loading nonessential drivers after booting.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Building the kernel produces a compressed kernel image file named zImage , bzImage, or uImage,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depending on the bootloader you will be using and the target architecture. A kernel build will also generate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any kernel modules (as .ko files) that you have configured, and device tree binaries (as .dtb files) 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yourtarget requires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The kernel is the core of a Linux-based system, but it cannot work by itself. It requires a root filesystem that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contains the user space components. The root filesystem can be a ramdisk or a filesystem accessed via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block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Setup buildroot for your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example 2/2a/2b for rpi4/rpi3B+/rpi3B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in the zip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Copy to SD Card and boot up the Rpi.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Submit screenshot of the build and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Discussed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Storage Strategy – flash memory, fs for flash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saw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Overview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Introduction to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Examples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Hardware for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System Architecture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Environment for Embedded Linux Systems 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7. No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E460DA-FD06-4D7D-9C6A-6E0FD0F61A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67BF5E-04A0-48F2-937B-B5F1369A4A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8FEA46-0415-45B9-8757-B4FC831844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554686-4D99-4C8F-BBF4-8265DE439E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266304-B6C3-407D-AAC7-429372CECF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2E93C1-B6E5-4722-B428-C2BCE4923F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E9933C-A7F3-497A-BD7B-F99607A7A3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91AEAC-7D51-46C9-974C-76A1CE25FC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29C0BE-EF5E-4494-8D4E-FC0528EA2D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E8F121-159B-4D2E-B807-EDFDBF4B3D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AF6D82-8CF5-460B-AC7C-1546C780AB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Configure and Build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Kernel and root 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Chapter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What does the kernel do?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Choosing, Building and Booting a kernel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Porting Linux to a new 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Why Linux 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Started 1991 by Linus Torvalds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he wrote a kernel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he used components from the GNU project, especially the toolchain,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C library, and basic command-line 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gives Linux a lot of flexibility in the way it is used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Why Kernel 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kernel, is one of the most important elements in the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kernel has three main objectives: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manage resources,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interface with hardware,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provide an API that offers a useful level of abstraction to user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programs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gives Linux a lot of flexibility in the way it is used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Choice is between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use latest version of software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use long-term support of the code base, due to the need for handling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vendor-specific additions.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Kernel Development 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Versions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Before July 2011 - odd numbers (2.1.x, 2.3.x, 2.5.x) were for developers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and even numbers were for end users.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From ver 2.6 on, dev. branch -odd numbers- was dropped, as it slowed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rate of new features available..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 July 2011 the ver 2.6.39 was bumped to 3.0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Since then, in April 2015 and March 2019, he bumped the major from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 4 and 4 to 5 respectively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Stable and long-term support releases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rapid rate of change of Linux is a good thing,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but it does not fit very well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it brings new features into the mainline code base.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 compared to the longer life cycle of embedded projects.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a 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Getting the 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rapid rate of change of Linux is a good thing,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but it does not fit very well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it brings new features into the mainline code base.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 compared to the longer life cycle of embedded projects.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a 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Understanding kernel configuration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rapid rate of change of Linux is a good thing,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but it does not fit very well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it brings new features into the mainline code base.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 compared to the longer life cycle of embedded projects.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a 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local kernel versioning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Identify the kernel version and release 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make kernelversion and make kernelrelease targets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If configuration is changed from default, append version information, by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setting CONFIG_LOCALVERSION.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a 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kernel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Identify the kernel version and release 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make kernelversion and make kernelrelease targets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If configuration is changed from default, append version information, by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setting CONFIG_LOCALVERSION.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Compiling - Kbuild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kernel 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Identify the kernel version and release 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make kernelversion and make kernelrelease targets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If configuration is changed from default, append version information, by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setting CONFIG_LOCALVERSION.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Compiling - Kbuild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 artifacts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vmlinux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System.map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Compiling device trees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$ make ARCH=arm dtbs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Compiling modules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-j 4 ARCH=arm CROSS_COMPILE=arm-cortex_a8-linux-gnueabihf-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Cleaning kernel sources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make clean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make mrproper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make distclean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a 64-bit kernel for the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Raspberry Pi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there is already support for the Raspberry Pi 4 in the mainline kernel: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Or, use as the author notes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Raspberry Pi Foundation's fork of Linux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https://github.com/raspberrypillinux at it is more stable.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a kernel for the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BeagleBone Black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here is the complete sequence of commands to build a kernel, the modules, and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device tree for the BeagleBone Black, using the crosstool-NG ARM Cortex A8 cross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compiler: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cd linux-stable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ARCH=arm CROSS_COMPILE=arm-cortex_a8-linuxgnueabihf-mrproper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ARCH=arm multi_v7_defconfig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-j4 ARCH=arm CROSS_COMPILE=arm-cortex_a8-linux-gnueabihf-zlmage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-j4 ARCH=arm CROSS_COMPILE=arm-cortex_a8-linux-gnueabihf-modules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ARCH=arm CROSS_COMPILE=arm-cortex_a8-linuxgnueabihf-dtbs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a kernel for the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QEMU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Here is the sequence of commands to build Linux for the ARM Versatile PB that 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emulated by QEMU, using the crosstool-NG v5TE compiler: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cd linux-stable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ARCH=arm CROSS_COMPILE=arm-unknown-linuxgnueabi-mrproper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-j4 ARCH=arm CROSS_COMPILE=arm-unknown-linuxgnueabi-zlmage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-j4 ARCH=arm CROSS_COMPILE=arm-unknown-linuxgnueabi-modules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ARCH=arm CROSS_COMPILE=arm-unknown-linuxgnueabi-dtbs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Booting the kernel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Here is the sequence of commands to build Linux for the ARM Versatile PB that 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emulated by QEMU, using the crosstool-NG v5TE compiler: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cd linux-stable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ARCH=arm CROSS_COMPILE=arm-unknown-linuxgnueabi-mrproper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-j4 ARCH=arm CROSS_COMPILE=arm-unknown-linuxgnueabi-zlmage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-j4 ARCH=arm CROSS_COMPILE=arm-unknown-linuxgnueabi-modules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$ make ARCH=arm CROSS_COMPILE=arm-unknown-linuxgnueabi-dtbs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Booting the Raspberry Pi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Raspberry Pis use a proprietary bootloader provided by Broadcom instead 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UBoot.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Unlike previous Raspberry Pi models, the Raspberry Pi 4's 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resides on an onboard SPI EEPROM rather than on a microSD card.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Still need to put the kernel image and device tree blobs for the Raspberry 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4 ona microSD to boot the 64-bit kernel.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Booting the BeagleBone Black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 a microSD card with U-Boot installed, as described in the Installing U-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Boot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Insert the microSD card into a card reader and from the linux-stable directory,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copy the arch/arm/boot/zImage and arch/arm/boot/dts/am335x-boneblack.dtb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 to the boot partition.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Unmount the card and insert it into the BeagleBone Black.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Start a terminal emulator, such as gtkterm, and be prepared to press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spacebar as soon as the U-Boot messages appear.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Booting QEMU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Raspberry Pis use a proprietary bootloader provided by Broadcom instead 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UBoot.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Unlike previous Raspberry Pi models, the Raspberry Pi 4's 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resides on an onboard SPI EEPROM rather than on a microSD card.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Still need to put the kernel image and device tree blobs for the Raspberry 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4 ona microSD to boot the 64-bit kernel.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Kernel panic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Kernel panic occurs when the kernel encounters an unrecoverable error.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By default, it will print out a message to the console and then halt.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Or, reboot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kernel command 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Kernel panic occurs when the kernel encounters an unrecoverable error.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By default, it will print out a message to the console and then halt.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Or, reboot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a Root FS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Kernel panic occurs when the kernel encounters an unrecoverable error.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By default, it will print out a message to the console and then halt.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Or, reboot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What should be in the root filesystem?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kernel gets a root filesystem, either as an initramfs passed as a pointer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from the bootloader or by mounting the block device given on the kernel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command line by the root= parameter.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Once it has a root filesystem, the kernel will execute the first program, by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default named init, as earlier.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Then, as far as the kernel is concerned, its job is complete.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 these components - to make a minimal root filesystem: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It is now up to the init program to begin starting other programs and bring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system to life.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 httns://hootlin com/doc/training/ambedded-linuy/ambedded-linuy-clides ndf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root filesystem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directory layout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kernel gets a root filesystem, either as an initramfs passed as a pointer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from the bootloader or by mounting the block device given on the kernel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command line by the root= parameter.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Once it has a root filesystem, the kernel will execute the first program, by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default named init, as earlier.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Then, as far as the kernel is concerned, its job is complete.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 these components - to make a minimal root filesystem: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It is now up to the init program to begin starting other programs and bring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system to life.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 httns://hootlin com/doc/training/ambedded-linuy/ambedded-linuy-clides ndf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Why Busybox?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Even for a basic root filesystem, the shell needs approximately 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utilities, which presents two problems.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Firstly, tracking down the source code for each one and cross-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compiling it would be quite a big job.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Secondly, the resulting collection of programs would take up several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tens of megabytes, which was a real problem in the early days 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embedded Linux when a few megabytes was all that was available.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solve this problem, BusyBox was created.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Busybox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installation of BusyBox is that of a single program with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symbolic link for each applet, but it behaves exactly as if it were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collection of individual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BusyBox has over 300 applets, including an init program, several shells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of varying levels of complexity, and utilities for most admin tasks.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There is even a simple version of the vi editor so you can change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 on your device.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BusyBox binary will only enable several dozen applets.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Busybox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Building BusyBox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installation of BusyBox is that of a single program with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symbolic link for each applet, but it behaves exactly as if it were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collection of individual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BusyBox has over 300 applets, including an init program, several shells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of varying levels of complexity, and utilities for most admin tasks.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There is even a simple version of the vi editor so you can change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 on your device.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BusyBox binary will only enable several dozen applets.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Libraries for the root filesystem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installation of BusyBox is that of a single program with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symbolic link for each applet, but it behaves exactly as if it were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collection of individual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BusyBox has over 300 applets, including an init program, several shells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of varying levels of complexity, and utilities for most admin tasks.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There is even a simple version of the vi editor so you can change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 on your device.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BusyBox binary will only enable several dozen applets.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Libraries for the root filesystem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installation of BusyBox is that of a single program with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symbolic link for each applet, but it behaves exactly as if it were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collection of individual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BusyBox has over 300 applets, including an init program, several shells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of varying levels of complexity, and utilities for most admin tasks.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There is even a simple version of the vi editor so you can change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 on your device.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BusyBox binary will only enable several dozen applets.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proc and sysfs filesystems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installation of BusyBox is that of a single program with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symbolic link for each applet, but it behaves exactly as if it were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collection of individual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BusyBox has over 300 applets, including an init program, several shells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of varying levels of complexity, and utilities for most admin tasks.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There is even a simple version of the vi editor so you can change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 on your device.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BusyBox binary will only enable several dozen applets.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Mounting filesystems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installation of BusyBox is that of a single program with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symbolic link for each applet, but it behaves exactly as if it were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collection of individual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BusyBox has over 300 applets, including an init program, several shells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of varying levels of complexity, and utilities for most admin tasks.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There is even a simple version of the vi editor so you can change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files on your device.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typical BusyBox binary will only enable several dozen applets.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Transferring the root filesystem to the target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disk image.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network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Transferring the root filesystem to the target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Creating a boot initramfs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disk image.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network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init program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disk image.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network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Configuring user accounts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disk image.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network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managing device nodes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disk image.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network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configuring the network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disk image.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network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rootfs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 Notes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Kernel Build.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Root Filesystem.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Further reading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So You Want to Build an Embedded Linux System? by Jay Carlson: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https://jaycarlson.net/embedded-linux/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Linux Kernel Development, Third Edition, by Robert Love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Linux Weekly News: https://Iwn.net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BeagleBone Forum: https://beagleboard.org/discuss#bone forum embed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Raspberry Pi Forums: https://www.raspberrypi.org/forums/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Quiz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Canvas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10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45 Mins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6 Attempts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Highest Retained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Assignment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1. Setup buildroot for your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example 2/2a/2b for rpi4/rpi3B+/rpi3B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the zip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2. Copy to SD Card and boot up the Rpi.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3. Submit screenshot of the build and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Storage Strategy — flash memory, fs for flash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Overview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Introduction to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Examples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Hardware for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System Architecture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Environment for Embedded Linux Systems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