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F63871-2026-444E-88C9-2F0CB06CAB0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Selecting a Build System          https://en.wikipedia.org/wiki/Toolchain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elements of embedded Linux are getting discussed step by step,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how to build a toolchain,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a bootloader,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While in later chapters,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a kernel,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a root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they are combined into a basic embedded Linux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Sure - There are a lot of steps!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Fortunately, the process can be simplified by automating it as much as possible.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We will look at how embedded build systems help and look Buildroot and the Yocto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Both are complex and flexible tools, and it would require an entire book to describe how they work in full.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this chapter, we get to see the general ideas behind build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 simple device image is built to get an overall feel of the system, and then get to make some changes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Topics include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Comparing build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Distributing binaries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Introducing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Introducing the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Comparing Build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What are Build Systems?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Distributing Binaries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types.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Overview and Getting Started with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Overview and Getting Started with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Roll Your Own - RYO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painful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waste of time, with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likelihood of an unmaintainable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Only override/benefit is, it it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truly innovative, or has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customized approach to taking up bare minimum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idea of a build system is to automate all the steps, where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build system should be able to build, from upstream source code, some or all of the following: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bootloader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root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from upstream source code is important for a number of reasons.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means that there is the peace of mind to rebuild at any time, without external dependencies.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also means that the source code is available for debugging, and also that to meet the license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requirements to distribute the code to users where necessary.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RPM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stands for Redhat Package Manager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and, is used in Red Hat, SUSE, Fedora, and other distributions based on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stands for Debian package manager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and, is used in Debian and Debian-derived distributions, including Ubuntu and Mint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also, there is a lightweight format specific to embedded devices known as the Itsy package format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IPK, which is based on DEB.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ability to include a package manager on the device is one of the big differentiators between build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package manager on the target device provides an easy path to deploy/update new/existing packages.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versions of Buildroot,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a toolchain,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 bootloader,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a kernel,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a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uses GNU Make as the principal build tool.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good online documentation at https://buildroot.org/docs.html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Buildroot user manual at https://buildroot.org/downloads/manual/manual.html.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one of the first build systems,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began as part of uClinux/uClibc projects for generating a small root fs for testing,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became a separate project in late 2001 and continued to evolve through to 2006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since 2009, it has developed rapidly, adding support for glibc-based toolchains and a greatly increased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number of packages and target boards.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OpenWrt http://wiki.openwrt.org forked from Buildroot around 2004.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primary focus of OpenWrt is to produce software for wireless routers, and so the package mix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oriented toward the networking infrastructure.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also has a runtime package manager using the IPK format so that a device can be updated or upgraded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without a complete reflash of the image.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today, Buildroot and OpenWrt have diverged to such an extent that they are now almost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completely different build systems. Packages built with one are not compatible with the 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1.stable releases four times a year,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February, May, August, and November.,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2.marked by Git tags of the 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&lt;year&gt;.02, &lt;year&gt;.05, &lt;year&gt;.08, and &lt;year&gt;.11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Periodically, a release is marked for long-term support (LTS), which means that there will be point releases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 security and other important bugs for 12 months after the initial release.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2017.02 release was the first to receive the LTS label.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either by cloning the repository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or, downloading an archive.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an example of obtaining version 2021.05.1 - latest stable version at the time of writing: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$ git clone git://git.buildroot.net/buildroot –b 2021.05.1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$ cd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equivalent TAR archive is available at https://buildroot.org/downloads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 all packages listed in System requirements section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https://buildroot.org/downloads/manual/manual.html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uses the kernel Kconfig/Kbuild mechanism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configure from scratch directly using make menuconfig (xconfig or gconfig),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choose from one of the100+ configurations of dev boards and the QEMU emulator.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They are stored in the configs/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Use make listdefconfigs to list all the default configurations.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build a default configuration to run on the Arm QEMU emulator: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cd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qemu_arm_versatile_defconfig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in Buildroot does not use the “-j” option to control the parallelism of jobs to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Instead, Buildroot determines and makes use of the CPUs by itself.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limit the number of jobs run make menuconfig and look under Build options.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build will take several minutes - up to an hour or more, depending on the host system and internet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connectivity speed.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as earlier, build could take up to an hour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download of about 200 MB and consumes about 4 GB of 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when complete, two new directories are seen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dl/:         contains archives of the upstream projects that Buildroot has built.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output/: contains all intermediate and final compiled resources.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further. Output contains the following hierarchy: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▪ build/:     the build directory for each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▪ host/:      contains tools required by Buildroot to run on host, including executables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toolchain in output/host/usr/bin.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▪ images/: most important of all since it contains the results of the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Depending on selection when configuring, there will be a bootloader, a kernel,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and one or more root filesystem images.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▪ staging/ a symbolic link to sysroot of the toolchain. In that sense, staging as name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link is confusing since it does not point to a staging area.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▪ target/: staging area for the root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It cannot be use it as a root filesystem directly as it stands because file ownership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and permissions are not set correctly. Buildroot uses a device table, as earlier,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set ownership and permissions when fs image is created in the image/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steps for configuring and building a bootable image for the Raspberry Pi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cd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clean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raspberrypi4_64_defconfig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build finishes, the image is written to a file named output/images/sdcard.img.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post-image.sh script and the genimage-raspberrypi4-64.cfg configuration file used to write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file are both located in the board/raspberrypi/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Next, write the sdcard.img onto a microSD card and boot it on the Raspberry Pi 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Confirm that the Pi 4 booted successfully by plugging it in and observing that the network activity lights blink.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BBB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creating a directory to store changes for the nova board: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mkdir -p board/EL/me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clean the artifacts from any prior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clean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select the configuration for the BeagleBone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beaglebone_defconfig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QEMU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sample configurations in the board/ directory, which contains custom configuration files and information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installing the results on the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for ARM use board/qemu/arm-versatile/readme.txt,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qemu-system-arm is already installed,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qemu-system-arm -M versatilepb -m 256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-kernel output/images/zImage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-dtb output/images/versatile-pb.dtb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-drive file=output/images/rootfs.ext2,if=scsi,format=raw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-append "root=/dev/sda console=ttyAMA0,115200"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-serial stdio -net nic,model=rtl8139 -net user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QEMU boots up, kernel boot messages appear in the same Terminal window below the QEMU cmd,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followed by a login prompt.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 in as root, with no password.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QEMU also launches a black window, in addition to the one with the kernel boot messages.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It is there to display the graphics frame buffer of the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In this case, the target never writes to the framebuffer, which is why it appears black.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To close QEMU, either press Ctrl + Alt + 2 to get to the QEMU console and then type quit, or just close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framebuffer window.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BSP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sample configurations in the board/ directory, which contains custom configuration files and information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installing the results on the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for ARM use board/qemu/arm-versatile/readme.txt,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recommended places to store changes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board/&lt;organization&gt;/&lt;device&gt;: has patches, binary blobs, extra build steps, conf files for Linux, U-Boot,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configs/&lt;device&gt;_defconfig:     contains the default configuration for the board.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package/&lt;organization&gt;/&lt;package_name&gt;: contains any additional packages for this board.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creating a directory to store changes for the nova board: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mkdir -p board/EL/me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clean the artifacts from any prior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clean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select the configuration for the BeagleBone, say for e.g.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make beaglebone_defconfig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Buildroot is based on open source software, as are the packages it compiles.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At some point during the project, check the licenses by running the following: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$ make legal-info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information is gathered into output/legal-info/.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are summaries of the licenses used to compile the host tools in host-manifest.csv and, on the target,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manifest.csv. There is more information in the README file and in The Buildroot user manual.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versions of Buildroot,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a toolchain, a bootloader, a kernel, and a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And, Yocto Project is a more complex beast than Buildroot.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it builds toolchains, bootloaders, kernels, and root filesystems as above,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and, it can generate an entire Linux distribution with binary packages that can be installed at runtime.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build process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structured around groups of recipes, similar to Buildroot packages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but written using a combination of Python and shell script.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Yocto Project includes a task scheduler called BitBake that produces whatever is configured, from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recipes.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plenty of online documentation at https://www.yoctoproject.org.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background of the Yocto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it began as part of OpenEmbedded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OpenEmbedded grew out of many projects to port Linux to handheld computers, and was the build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for handheld computers e.g.Sharp Zaurus and Compaq iPaq - from about 2003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Then, other developers began to use/develop it for devices running embedded Linux, and continues to be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developed today.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OpenEmbedded project created a set of binary packages using the compact IPK format, which could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then be combined in various ways to create a target system and be installed on the target at runtime.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did this by creating recipes for each package and using BitBake as the task scheduler. It was, and is very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flexible. By supplying proper metadata, it can create an entire Linux distribution to any custom specification.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One that is fairly well-known is the Ångström Distribution, but there are many others as well.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Around 2005, a fork that was called Poky – rhymes with hockey, was created.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 2005, Richard Purdie at OpenedHand, created a fork of OpenEmbedded, which had a more conservative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choice of packages, and created releases that were stable over a period of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He named it Poky - after a Japanese snack - rhyme with hockey.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Although Poky was a fork, OpenEmbedded and Poky continued to run alongside each other, sharing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updates and keeping the architectures more or less in 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Yocto Project combines several components: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OE-Core: This is the core metadata, and is shared with OpenEmbedded.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BitBake: This is the task scheduler, and is shared with OpenEmbedded and other projects.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Poky: This is the reference distribution.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Documentation: This is the user's manuals and developer's guides for each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Toaster: This is a web-based interface to BitBake and its metadata.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Yocto Project provides a stable base, which can be used as-is or can be extended using meta layers.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SoC vendors provide BSPs for their 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this way. Meta layers can also be used to create extended or just different build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are open source, such as the Ångström Distribution, while others are commercial, such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MontaVista Carrier Grade Edition, Mentor Embedded Linux, and Wind River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TheYocto Project has a branding and compatibility testing scheme to ensure that there is interoperability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between components; and therefore, there are the statements such as "Yocto Project compatible" 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various web pages.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think of the Yocto Project as the foundation of a whole sector of embedded Linux, as well as being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complete build system on its 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Yocto is 10 -24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compared to a micro that is 10 -6 or, an Ångström that is 10 -10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distinguish from Ångström Distribution, which is based on OpenEmbedded.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As above, an Ångström that is 10 -10 – huge as compared to a yocto!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to indicate that it could build very small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although, to be fair, so can other build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1.stable releases two times a year,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 April, and October.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principally known by their code names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but it is useful to know the version numbers of the Yocto Project and Poky as well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 is a list of some of the six recent releases: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 name                  Release date              Yocto version Poky 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Gatesgarth               October 2020              3.2           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Dunfell                  April 2020                3.1           23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Zeus                     October 2019              3.0           22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Warrior                  April 2019                2.7           21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Thud                     November 2018             2.6           20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Sumo                     April 2018                2.5           19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stable releases are supported with security and critical bug fixes for the current release cycle and the 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cycle. In other words, each version is supported for 12 months after the release.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addition, Dunfell is the first LTS release of Yocto.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LTS designation means that Dunfell will receive defect fixes and updates for an extended period of 2 years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Consequently, the plan going forward is to choose an LTS release of the Yocto Project every 2 years.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choosing the code name as the branch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and, clone the repository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Installing the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install the Yocto Project, choosing the code name as the branch, say dunfell, and, clone the repository.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git clone -b dunfell git://git.yoctoproject.org/poky.git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good practice to run git pull periodically to grab the latest bug fixes and security patches from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remote branch.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 the Compatible Linux Distribution and Build Host Packages sections of the Yocto Project Quick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guide - https://www.yoctoproject.org/docs/current/brief-yoctoprojectqs/briefyoctoprojectqs.html.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Make sure that the essential packages for the Linux distribution are installed on the host computer.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Configure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Begin by sourcing a script to set up the environment: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$ source poky/oe-init-build-env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This creates a working directory for you named build/ and makes it the current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All of the configuration, as well as any intermediate and target image files, are put in this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You must source this script each time you want to work on this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Alternatively, to choose a different working directory by adding it as a parameter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oe-init-build-env; for example: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source poky/oe-init-build-env build-rpi4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source poky/oe-init-build-env build-rpi3B+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source poky/oe-init-build-env build-rpi3B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source poky/oe-init-build-env build-bbb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source poky/oe-init-build-env build-qemuarm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will put you into the build-xxx/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way, there can be several build directories, each for a different project: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choose which one you want to work with through the parameter that's passed to oe-init-buildenv.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Initially, the build directory contains only one subdirectory named conf/,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contains the following configuration files for this project: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local.conf: This contains a specification of the device you are going to build and the build environment.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bblayers.conf: This contains the paths of the meta layers you are going to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now, just need to set the MACHINE variable in conf/local.conf to qemuarm by removing the comment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 (#) at the start of this line: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MACHINE ?= "qemuarm"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to perform the build, run BitBake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Indicating which root filesystem image to create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common images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core-image-minimal: a small console-based system useful for tests and as the basis for custom images.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core-image-minimal-initramfs: This is similar to core-image-minimal but built as a ramdisk.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core-image-x11: This is a basic image with support for graphics through an X11 server and the xterminal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Terminal app.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core-image-full-cmdline: This console-based system offers a standard CLI experience and full support for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giving BitBake the final target, it will work backward and build all the dependencies first, beginning with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toolchain.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now create a minimal image to see how it works: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bitbake core-image-minimal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Yocto Project .. 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build will take several hours, even with several CPU cores and lots of 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downloads about 10 GB of source code, and, consumes about 40 GiB of disk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it is complete, there will be several new directories in the build directory, including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downloads/, which contains all the source downloaded for the build,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tmp/, which contains most of the build artifacts.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further, in tmp/: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work/: This contains the build directory and the staging area for the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deploy/: This contains the final binaries to be deployed on the target: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deploy/images/[machine name]/: Contains the bootloader, the kernel and the root filesystem images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ready to be run on the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deploy/rpm/: This contains the RPM packages that make up the images.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deploy/licenses/: This contains the license files that are extracted from each package.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build is done, the finished image can be used to boot.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QEMU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a QEMU target is built using the Yocto Project, an internal version of QEMU is generated.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removes the need to install the QEMU package for the distribution, and avoids version dependencies.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wrapper script named runqemu is used to run this version of QEMU.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Therefore,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source oe-initbuild-env, then run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runqemu qemuarm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QEMU has been configured with a graphic console so that the login prompt appears in a black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framebuffer.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 in as root, without a password.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close QEMU, close the framebuffer window.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launch QEMU without the graphic window, add nographic to the command line: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runqemu qemuarm nographic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this case, close QEMU using the key sequence Ctrl + A and then 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runqemu script has many other options.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runqemu help for more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metadata for the Yocto Project is structured into layers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each layer has a name beginning with meta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core layers of the Yocto Project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meta:               metadata for OpenEmbedded core and contains some changes for Poky.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meta-poky:          metadata specific to the Poky distribution.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meta-yocto-bsp: contains the BSPs for machines that Yocto Project supports.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BitBake searches for recipes is stored in &lt;build directory&gt;/conf/bblayers.conf and, by default, includes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three layers mentioned in the preceding list.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Because of structuring recipes and other configuration data, it is very easy to extend and add new layers.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Additional layers are available from SoC manf., Yocto Project itself, and several independent contributors.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useful list of layers is at http://layers.openembedded.org/layerindex/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examples: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meta-qt5: Qt 5 libraries and utilities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meta-intel: BSPs for Intel CPUs and SoCs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meta-raspberrypi: BSPs for the Raspberry Pi boards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meta-ti: BSPs for TI Arm-based SoCs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Adding a layer is simply copying the meta directory to a suitable location and adding it to bblayers.conf.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Make sure that you read the REAMDE file withiin each layer to see what dependencies it has on 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layers, as well as which versions of the Yocto Project it is compatible with.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Bitbake and recipes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look at recipes next and show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how to create a customized image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how to create a package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BitBake processes metadata of several different types, including the following: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Recipes: Files ending in .bb. contain information about building a unit of 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including how to get a copy of the source code, the dependencies of other components,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how to build and install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Append: Files ending in .bbappend. override or extend some details of a recipe.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A bbappend file appends instructions to the end of a recipe (.bb) file of the same root name.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Include: Files ending in .inc. information that is common to several recipes.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The files may be included using the include or require keywords. The difference is that require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produces an error if the file does not exist, whereas include does not.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Classes: Files ending in .bbclass. common build information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for example, how to build a kernel or how to build an autotools project. The classes are inherited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and extended in recipes and other classes using the inherit keyword.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The classes/base.bbclass class is implicitly inherited in every recipe.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Configuration: Files ending in .conf. define various configuration variables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They define various configuration variables that govern the project's build process.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Customizing images via local.conf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add a package to an image during development or tweak it in other ways,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IMAGE_INSTALL_append = " strace helloworld"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Further, changes are possible via EXTRA_IMAGE_FEATURES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a short list to provide an idea of the features that can be enabled: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dbg-pkgs: installs debug symbol packages for all the packages installed in the image.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debug-tweaks: allows root logins without passwords and other changes that make development easier.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package-management: installs package management tools and preserves package manager database.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read-only-rootfs: This makes the root filesystem read-only..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x11: installs the X server.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x11-base: installs the X server with a minimal environment.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x11-sato: installs the OpenedHand Sato environment.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more features that can be added in this 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look at the Image Features section of the Yocto Project Reference Manual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https://www.yoctoproject.org/docs/latest/ref-manual/ref-manual.html 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and also see meta/classes/core-image.bbclass.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Writing an image recipe – Deep dive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local.conf: problem with making changes to local.conf is that it is local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recipe: to create an image that is to be shared with other developers or to be loaded onto a production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system, then put the changes into an image recipe.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 image recipe contains instructions about how to create the image files for a target, including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bootloader, the kernel, and the root filesystem images.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By convention, image recipes are put into a directory named images, so to get a list of all the images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are available - use this command: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$ ls meta*/recipes*/images/*.bb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 the recipe for core-image-minimal is in meta/recipes-core/images/core-image-minimal.bb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simple approach is to take existing image recipe and modify it with statements similar to that in local.conf.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 image that is the same as coreimage-minimal but includes helloworld program and the strace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a two-line recipe file, which includes (using the require keyword) the base image and add the packages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put the image in a directory named images, so add the novaimage-bb recipe with the following content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meta-nova/recipeslocal/images: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require recipes-core/images/core-image-minimal.bb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IMAGE_INSTALL += “ helloworld strace“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Now, remove the IMAGE_INSTALL_append line from the local.conf and build it using this: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$ bitbake nova-image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Creating an SDK – Deep dive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create a standalone toolchain that other developers can install, without a full installation of the Yocto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 toolchain should include development libraries and header files for all the libraries installed on the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easy - use the populate_sdk task for any 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$ bitbake -c populate_sdk nova-image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result is a self-installing shell script in tmp/deploy/sdk: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poky-&lt;c_library&gt;-&lt;host_machine&gt;-&lt;target_image&gt; &lt;target_machine&gt;-toolchain-&lt;version&gt;.sh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e.g. for the SDK built with the nova-image recipe, it is this: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poky-glibc-x86_64-nova-image-cortexa8hf-neonbeaglebone-yocto-toolchain-3.1.5.sh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for a basic toolchain with just C and C++ cross compilers, the C library, and header files, run this instead: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$ bitbake meta-toolchain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To install the SDK, just run the shell script.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default install directory is /opt/poky, but the install script allows changing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To make use of the toolchain, first, source the environment and set up the script: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$ source /opt/poky/3.1.5/environment-setupcortexa8hf-neon-poky-linux-gnueabi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Note: The environment-setup-* script for the SDK is not compatible with the oe-init-build-env script.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License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The Yocto Project insists that each package has a license.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 copy of the license is placed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tmp/deploy/licenses/[package name]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for each package as it is built.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Buildroot.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Buildroot is simple and quick, making it a good choice for fairly simple traditional embedded Linux..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Yocto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Yocto Project is more complex and flexible.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Even though there is good support throughout the community and industry for the Yocto Project, the tool still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has a very steep learning curve. It can take several months to become proficient with Yocto, and even then,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will sometimes do things that aren't expected.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Both the Yocto Project and Buildroot provide point releases for about 1 year after the initial release, and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Yocto Project now offers long term support for at least 2 years.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In either case, you will find yourself having to maintain your release yourself; otherwise, you will be paying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for commercial support. The third possibility, ignoring the problem, should not be considered as an option!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Further reading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Buildroot user manual, Buildroot Association: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http://buildroot.org/downloads/manual/manual.html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Yocto Project documentation, Yocto Project: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https://www.yoctoproject.org/documentation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Linux Development Using the Yocto Project Cookbook, by Alex González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Setup buildroot for your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example 2/2a/2b for rpi4/rpi3B+/rpi3B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 the zip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Copy to SD Card and boot up the Rpi.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Submit screenshot of the build and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Overview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Introduction to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Examples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Hardware for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Environment for Embedded Linux Systems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CBB340-73CF-407C-A26A-A295443476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BC80AE-E14F-4B94-AE69-AD6EDE6AF3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B84A6F-4EA4-4558-BC5B-754ECBF7EB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6D8BD6-8CC2-44D9-884C-5B659D6001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6A5A09-ADAF-40FD-A70F-7747191CB9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D49D88-5031-407F-820E-131F742753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4C2D1C-CB3A-420E-9D87-773C16CC67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815DED-FC2F-4237-ACEB-CE21CECCC0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B90345-649F-4F0F-825F-DB36E4F9BF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EDA2EA-FBB0-4B4F-9620-7685335BE3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387E99-113D-44EF-9FCC-D6048A10DE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 and 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Comparing Build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Distributing Binaries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Comparing Build 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RYO process — Roll Your 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painful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waste of time,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likelihood of an unmaintainable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Only override/benefit is, it it 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truly innovative, or has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customized approach to taking up bare minimum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Binaries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distros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«RPM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stands for Redhat Package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and, is used in Red Hat, SUSE, Fedora, and other distributions based on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stands for Debian package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and, is used in Debian and Debian-derived distributions, including Ubuntu and Mint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also, there is a lightweight format specific to embedded devices known as the Itsy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package format or IPK, which is based on DEB.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current versions of Buildroot, 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toolchain,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bootloader,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akernel,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aroot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Background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one of the first build systems,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began as part of uClinux/uClibc projects for generating a small root fs for testing,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became a separate project in late 2001 and continued to evolve through to 2006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since 2009, it has developed rapidly, adding support for glibc-based toolchains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greatly increased number of packages and target boards.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Stable releases and long-term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stable releases four times a year,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February, May, August, and November.,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marked by Git tags of the 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&lt;year&gt;.02, &lt;year&gt;.05, &lt;year&gt;.08, and &lt;year&gt;.11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Installing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install 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either by cloning the repository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or downloading a tar archive.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uses the kernel Kconfig/Kbuild mechanism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configure from scratch directly using make menuconfig (xconfig or gconfig),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choose from one of the100+ configurations of dev boards and the QEMU emulator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Configure ..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earlier, build could take up to an hour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download of about 200 MB and consumes about 4 GB of disk.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when complete, two new directories are seen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© dil: contains archives of the upstream projects that Buildroot has built.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output/: contains all intermediate and final compiled resources.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Running on Raspberry 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 a Raspberry 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steps for configuring and building a bootable image for the Raspberry 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cd 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clean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raspberrypi4_64_defconfig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Running for the BBB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BBB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cd 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clean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beaglebone_defconfig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Running for the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 the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sample configurations in the board/ directory, which contains custom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configuration files and information about installing the results on the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e.g. for ARM use board/qemu/arm-versatile/readme.txt,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Running for a custom BSP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create a Board Support Package (BSP)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versions of U-Boot and Linux from following chapters,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Buildroot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License Compliance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Buildroot is based on open source software,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as are the packages it compiles.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At some point during the project, check the licenses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by running the following: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legal-info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current versions of Buildroot, 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toolchain, a bootloader, a kernel, and a root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And, Yocto Project is a more complex beast than Buildroot.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builds toolchains, bootloaders, kernels, and root filesystems as above,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and it can generate an entire Linux distribution with binary packages that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 be installed at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Background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need to understand background first, for making sense of the Yocto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began as part of OpenEmbedded project in 2003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Around 2005, a fork that was called Poky — rhymes with hockey, was created.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It had a more conservative choice of packages for releases that were stable over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 2008 Intel bought over,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 2010 transferred over Poky Linux to the Linux Foundation when they formed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Since 2010, the common components of OpenEmbedded and Poky were combined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into a separate project known as OpenEmbedded Core, or OECore.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Background ..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 Project combines several components: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OE-Core: core metadata, that is shared with OpenEmbedded.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BitBake: task scheduler, that is shared with OpenEmbedded and others.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Poky: the reference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Documentation: This is the user's manuals and developer's guides for each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component.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Toaster: This is a web-based interface to BitBake and its metadata.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So, what is ina name? Why call it Yocto?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 is 10 -4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indicate that it could build very small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Stable releases and long-term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stable releases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supported for 12 months after the 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two times a year,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April, and October.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long-term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supported supported for 24 months after the 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every two years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Installing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install 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by cloning the repository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uses the kernel Kconfig/Kbuild mechanism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configure from scratch directly using make menuconfig (xconfig or gconfig),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choose from one of the100+ configurations of dev boards and the QEMU emulator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Configure ..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earlier, build could take up to an hour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download of about 200 MB and consumes about 4 GB of disk.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when complete, two new directories are seen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© dil: contains archives of the upstream projects that Buildroot has built.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output/: contains all intermediate and final compiled resources.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Building 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perform the build, run BitBake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indicating which root filesystem image to create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 ..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Building 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perform the build, run BitBake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indicating which root filesystem image to create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Running the QEMU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 the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source oe-initbuild-env, then 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rungemu gemuarm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Layers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metadata for the Yocto Project is structured into layers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each layer has a name beginning with meta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core layers of the Yocto Project are as follows: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meta: the OpenEmbedded core and contains some changes for Poky.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meta-poky: metadata specific to the Poky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meta-yocto-bsp: contains the BSPs for machines that Yocto Project supports.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Bitbake and recipes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look at recipes next and show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how to create a customized image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how to create a package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BitBake processes metadata of several different types, including the following: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Recipes: Files ending in .bb. contain information about building a unit of software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Append: Files ending in .bbappend. override or extend some details of a recipe.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Include: Files ending in .inc. information that is common to several recipes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Classes: Files ending in .bbclass. common build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Configuration: Files ending in .conf. define various configuration variables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Customizing images via local.conf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add a package to an image during development or tweak it in other ways,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IMAGE_INSTALL_append =" strace helloworld"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Further, changes are possible via EXTRA_IMAGE_FEATURES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debug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Writing an image recipe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local.conf: problem with making changes to local.conf is that it is local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image recipe: to create an image that is to be shared with other developers or to 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loaded onto a production system, then put the changes into an image recipe.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Creating an SDK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SDK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create a standalone toolchain that other developers can install, without a full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installation of the Yocto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toolchain should include development libraries and header files for all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libraries installed on the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easy - use the populate_sdk task for any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bitbake -c populate_sdk nova-image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Yocto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License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License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Yocto Project insists that each package has a license.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Acopy of the license is placed 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tmp/deploy/licenses/[package name]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each package as it is built.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 Notes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Buildroot.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Yocto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Further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The Buildroot user manual, Buildroot Association: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http://buildroot.org/downloads/manual/manual.html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Yocto Project documentation, Yocto Project: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https://www.yoctoproject.org/documentation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Embedded Linux Development Using the Yocto Project Cookbook,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Alex Gonzalez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Setup buildroot for your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example 2/2a/2b for rpi4/rpi3B+/rpi3B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the zip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Copy to SD Card and boot up the Rpi.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3. Submit screenshot of the build and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Overview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 to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Examples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for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Architecture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Environment for Embedded Linux Systems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2026-06-19T11:57:40Z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