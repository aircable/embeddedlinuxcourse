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4DBDBB-951E-4C1A-8EF8-2FF92634F1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Decisions to be made before development starts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kernel is the third element of embedded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responsible for managing resources and interfacing with hardware, and so it affects every aspect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software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usually tailored to a particular hardware configuration, however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device trees allow the creation of a generic kernel tailored to particular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get a kernel for a board?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configure and compile it?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Bootstrap, focusing on the part the kernel plays?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are device drivers and how they pick up information from the device tree?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following main topics are the main topics discussed: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does the kernel do?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a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Porting Linux to a new board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3B723A-B2E1-483D-92F7-6E1C850AD2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What does the kernel do?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Details of Linux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Recap - Device Tree, 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Module Programming, procfs entry, Device Drivers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DC38FE-0656-45FC-B077-9FBAA4F2415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layered and based on two main levels: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 space,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are independent of one another and isolated.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communicate using system calls.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diagram illustrates main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 applications, and - first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functionalities provided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system user.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services - component alongside user applications.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user-friendly utilities providing access to OS services.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GNU C Library or glibc - final component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an interface between user &amp; kernel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diagram again, illustrates main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 call interface – first component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entry points to access kernel services - such as process and memory management.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- second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architecture-independent OS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implements hardware-agnostic services of OS, such as process scheduler.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BSP or board support package - final component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architecture-dependent OS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implements hardware-specific services of the operating system, such as context switches.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– Conceptual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way, kernel is divided into five subsystems.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process scheduler,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manager,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virtual file system,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inter-process communication (IPC),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them are, in turn made up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hardware-independent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hardware-dependent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65187D-13C7-4308-B823-AE4F7D22B3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– Conceptual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process scheduler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responsible for decision making of what process to run at what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in the Process Subsystem handle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creating new copies of processes.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CPU scheduling policy and context switch.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interrupts and route them to appropriate kernel subsystem.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signals to user processes.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 timer.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cleaning up process resources upon process termination.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process scheduler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invoked from external interfaces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system calls from user space,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kernel calls from kernel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invoked on scheduler tick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called directly from system calls such as sleep,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called indirectly after every system call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called after every slow interrupt.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Interrupt handling types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slow is a traditional interrupt.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interrupt handling can be interrupted itself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disk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fast interrupt handling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interrupt handling cannot be interrupted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keyboard input..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B9E8A2-1FFE-4008-A95B-4AC094BF994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– Conceptual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manager is responsible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large address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user process references more than physical RAM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protection.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memory for a process is private and not readable or modified by another process, unless permitted.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prevents process from overwriting text segments and read-only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mapping.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map a file into virtual memory and then access file as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ensure fair access to physical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all processes have fair access to memory as a resource,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with reasonable system performance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share.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processes sharing a portion of their memory. e.g. code/text, shm.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MMU - memory management unit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map virtual address to physical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processes retain same virtual address while moving about in physical address space,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meaning, same physical memory is mapped to different processes at different times.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swapping process memory out to paging file while not in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enable processes cumulatively to use more memory than physically available.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kswapd daemon is used - it checks for physical memory pages not referenced recently, evicts them from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physical memory and stores in a paging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manager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resolves page faults – for memory addresses not currently mapped to a physical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process accesses a memory address that is not currently mapped to a physical address, the MMU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notifies the Linux kernel of the event, which is known as a page fault.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memory manager subsystem will then resolve the page fault.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page is currently swapped out to the paging file, it is swapped back in,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memory manager detects an invalid memory address, it notifies the event to process with a signal.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process is not handling this signal, it is terminated.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interfacing with memory manager.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system calls, such as: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malloc and free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 allocate and free a region of dynamic memory for a process.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mmap, munmap, msync, and mremap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 maps files into regions in virtual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mprotect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 change protection on a region of virtual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mlock, mlockall, munlock, and munlockall - super user routines to prevent memory being swapped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swapon and swapoff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super user routines to add and remove swap files for a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kernel calls, such as: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kmalloc and kfree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 allocate and free a region of dynamic memory for kernel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get_free_page and free_page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 allocate and free physical pages for kernel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verify_area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verify a region of user memory has proper permissions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manager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components,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 calls - provides interfaces to memory manager for user space interaction.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mapped files - provides file mapping into memory, avoiding expensive IO calls.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core memory manager - provides underlying interfaces for implementing memory allocation and free.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swapfile component - provides access and interfaces to control paging file access.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architecture-specific modules –provide handling of architecture/hardware specific operations e.g. MMU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D5AC86-FA5E-4155-906F-37D475D02DE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Virtual File System “VFS”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responsible for handling IO polymorphism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common interface across logical file systems and hardware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supports multiple executable file formats such as a.out and 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multiple hardware 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multiple logical file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multiple executable formats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ensure high performance - provide high-speed access to files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ensure data safety and integrity - enforce policies to not lose or corrupt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ensure data security - enforce policies of file access and file size quotas to users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interfacing with memory manager.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system calls, such as: open, close, read, write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kernel calls, such as: inode and file operations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3D190C-A2CC-4117-AF24-A840CEE2F0E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Virtual File System “VFS”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what is an inode?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data structure to stores information about a file - except its name and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contains unique i-node number that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assigned when a file/dir is created.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used for accessing the data contents of the file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used extensively by “ls” command and options.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interfacing with inodes.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mknod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a directory, special file, or regular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creates a file in a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a file by name within a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mkdir, rmdir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or remove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readpage, writepage reads or writes a page of physical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truncate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file length to zero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if a user process has permission to execute an operation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a logical file block to a physical device sector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a logical file block to a physical device 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rename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rename a file or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link, symlink, unlink, readlink, followlink manage file system links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interfacing with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open, 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read, write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select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lseek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fsync, fasync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readdir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ioctl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check_media_change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revalidate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or close a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or write to a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wait until a file is readable or writeable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to an offset in the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a region of a file into a user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synchronize memory buffers with the physical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reads file entries pointed to by a directory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sets file attributes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checks if removable media is removed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verify all cached information is valid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 Process Communication “IPC” provides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sharing resources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data synchronization,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data exchange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provided using system call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includes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Process IPC :                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File IPC:                    pipes,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Posix / System V IPC:        shared memory, semaphores, message queues,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Network IPC                  sockets,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Kernel IPC:                  wait queues,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each of above is in a different category in regard to IPC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what it may be used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247CA3-A5AA-4346-9094-0C3085EC05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 Connectivity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supports networking.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implements network protocols such as TCP and IP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through hardware-independent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implements network card drivers;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through hardware-specific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95013E-8FE8-439A-ABF0-C421C9199F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a kernel to manage hardware resources,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needs to know which resources are available to the embedded system,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looking back to the hardware description and things such as I/O devices and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two ways for kernel to retrieve this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hardcoded into the kernel binary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each modification to the hardware definition requires recompiling the source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provide information to kernel via bootloader that provides device tree blob - DTB.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DTB file is produced from a device tree source DTS.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definition of the hardware can be changed much more easily, as only the DTS requires recompilation.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saves a large amount of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Arm architecture, the DTS files are typically located in arch/arm/boot/dts or arch/arm64/boot/dts.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.dts files are for board-level definitions and the .dtsi files are for included files.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device tree compiler is a tool that compiles the source into a binary form: the DTB.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DTB is then loaded by the bootloader and parsed by the kernel at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tree files are not monolithic,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 they can be split into several files and “included” into a single large source tree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AC7EC3-57FF-4F8A-9163-063297D2E7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Module,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loaded at runtime,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avoids kernel recompile and reboot. saves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dynamically extends kernel functionality.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device driver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an I/O-device specific implementation of the VFS abstraction.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can be linked with the Linux kernel and executed at system bootstrap,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a kernel module which is loaded at runtime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kernel module utilities include: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insmod       inserts a module into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rmmod        removes a module from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lsmod        lists modules loaded in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in kernel module 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initialization function called by the execution of insmod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clean-up function       called by the execution of rmmod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initialization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cleanup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teardown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7A5B77-A045-4A2B-A05F-71291717F5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Drivers,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 mechanism for interacting with underlying hardware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to know how device drivers fit into overall architecture and how to access them from user space; since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 system could have some new pieces of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many cases, device drivers are already provided and so, there is no reason for any new kernel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plenty of documentation on how to write device driver, but few indicate why and choices available.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is not dedicated to writing kernel device drivers, and that the information given here is to help navigate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territory.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many good books and articles that will help you to write device drivers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F6397C-458E-4F19-A85B-EE085181BD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 Drivers,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char devices are identified in user space by a special file called a device node - mapped to a device driver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using the major and minor numbers associated with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Broadly speaking, the major number maps the device node to a particular device driver, while the minor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number tells the driver which interface is being accessed.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list of standard major, minor numbers is found in the kernel documentation in Documentation/devices.txt.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nodes can be created in several ways: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devtmpfs: The device node is created when the device driver registers a new device interface using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base name supplied by the driver and an instance number.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udev or mdev (without devtmpfs): Essentially similar to devtmpfs, except that a user space daemon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program extracts the device name from sysfs and creates the node.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mknod: If using static device nodes, they are created manually using mknod.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both major and minor numbers are 8-bit numbers in the range 0 to 255.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Linux 2.6 onward, the major number is 12 bits long, from 1 to 4k-1,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minor number is 20 bits, from 0 to 1M-1.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When a char device node is openedd, the kernel checks whether the major and minor numbers fall into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range registered by a character device driver. If so, the call is passed to driver; otherwise, the open call fails.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device driver also extract the minor number to find out which hardware interface to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device driver is not the same as a file: the APIs change the state of the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04E80F-CE15-4195-9391-98E2FC362A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 Device,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accessed randomly, and data is read or written in block e.g. a disk drive.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 have major and minor numbers.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Though char and block devices are both identified using major and minor numbers, they are in different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namespaces. A char device with a major# 100 is unrelated to a similar block device with major# 100.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block devices, major# identifies the device driver and the minor# identifies the partition.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mmcblk0 is the microSD card slot, it has a card with two partitions,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mmcblk1 is the eMMC chip, which also has two partitions.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major number for the MMC block driver is 179.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minor numbers are used in ranges to identify different physical MMC devices, and the partitions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storage medium that are on that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a MMC driver, the ranges are eight minor numbers per device: the minor numbers from 0 to 7 are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first device, the numbers from 8 to 15 are for the second,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Within each range, the first minor number represents the entire device as raw sectors, and the others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represent up to seven partitions.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 eMMC chips, there are two 128 KiB areas of memory reserved for use by a bootloader.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are represented as two devices known as mmcblk1boot0 and mmcblk1boot1, and they have minor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numbers of 16 and 24, respectively.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for a SCSI disk driver, known as sd, which is used to control a range of disks that use SCSI command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set, which includes SCSI, SATA, USB mass storage, and Universal Flash Storage (UFS).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has the major number 8 and ranges of 16 minor numbers per interface (or disk).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block devices will have a kernel driver that works, so rarely need to write our 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same goes for network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like a filesystem abstracts the details of a block device, the network stack eliminates the need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interact directly with a network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A40025-74B4-4EAD-9C67-C03575A200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 Device,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 devices are not accessed through device nodes, and they do not have major and minor numbers.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Instead, a network device is allocated a name by the kernel, based on a string and an instance number.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network device could be named net0 the first time it is called, net1 the second time,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More commonly, names include lo, eth0, and wlan0.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also, this is the name it starts off with; since the device managers, such as udev, may change it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something different later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Usually, the network interface name is only used when configuring the network using utilities, such as ip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ifconfig, to establish a network address and route.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Thereafter, network driver interaction is done indirectly by opening sockets and letting the network layer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decide how to route them to the right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possible to access network devices directly from the user space by creating a socket and using the ioctl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commands listed in include/linux/sockios.h.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6620B0-C458-47B0-8133-CF9F4F6DAF4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run-time,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know which device drivers have been loaded and what state they are 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list the character and block device drivers that are currently loaded and active by reading /proc/devices:.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cat /proc/devices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each driver, you can see the major number and the base name. However, this does not tell you how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many devices each driver is attached to. It only shows a device, but it gives no clue as to whether it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attached to four real serial ports.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 devices do not appear in the list, because they do not have device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Instead, use tools such as ifconfig or ip to get a list of network devices: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 ip link show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find out about devices attached to USB or PCI buses use the lsusb and lspci commands.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3ECDE0-5233-4016-AEE8-1915202C1B6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sysfs,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representation of kernel objects, attributes, and relationships.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 kernel object is a directory, an attribute is a file, and a relationship is a symbolic link from one object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# ls /sys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block class devices fs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 dev firmware kernel power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devices – /sys/devices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kernel’ view of devices discovered since boot and how they are connected to each 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organized at the top level by the system bus, so it varies from one system to another.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# ls /sys/devices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platform software system tracepoint virtual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three directories are present on all systems: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system/: This contains devices at the heart of the system, including CPUs and clocks.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virtual/: This contains devices that are memory-based. You will find the memory devices that appear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/dev/null, /dev/random, and /dev/zero in virtual/mem. You will find the loopback device, lo, in virtual/net.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platform/: This is a catch-all for devices that are not connected via a conventional hardware bus.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may be almost everything on an embedded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drivers – /sys/class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view of the device drivers presented by type. it is a software view rather than a hardware view.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subdirectory represents a class of driver and is implemented by a component of driver framework.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UART devices are managed by the tty layer, under /sys/class/tty.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Likewise, network devices are in /sys/class/net, input devices such as the keyboard, the touchscreen,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mouse in /sys/class/input,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symbolic link in each subdirectory under a type of device pointing to representation in /sys/device.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each directory is a representation of the kernel object associated with an instance of a device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within each of these directories, are the attributes of the object, represented as files, and the relationships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other objects, represented by links: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ls /sys/class/tty/ttyAMA0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close_delay flags line uartclk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closing_wait io_type port uevent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custom_divisor iomem_base power xmit_fifo_size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 iomem_reg_shift subsystem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irq type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link called device points to the hardware object for the device while the link called subsystem points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 to the parent subsystem, /sys/class/tty. The remaining directory entries are attributes. Some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specific to a serial port, such as xmit_fifo_size, while others apply to many types of device, such as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interrupt number, irq, and the device number, dev. Some attribute files are writable and allow tuning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parameters in the driver at runtime.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dev attribute is particularly interesting. It shows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cat /sys/class/tty/ttyAMA0/dev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204:64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are major# and minor# for this device and, is created when the driver registers this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from this file that udev and mdev find the major and minor numbers of the device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block drivers – /sys/block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one more view of the device model that is important: the block driver view in /sys/block.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a subdirectory for each block device. e.g.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ls /sys/block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loop0 loop4 mmcblk0 ram0 ram12 ram2 ram6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loop1 loop5 mmcblk1 ram1 ram13 ram3 ram7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loop2 loop6 mmcblk1boot0 ram10 ram14 ram4 ram8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loop3 loop7 mmcblk1boot1 ram11 ram15 ram5 ram9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mmcblk1, which is the eMMC chip on this board, see the attributes of the interface and the partitions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within it: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ls /sys/block/mmcblk1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alignment_offset ext_range mmcblk1p1 ro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bdi force_ro mmcblk1p2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capability holders power slaves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 inflight queue stat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mmcblk1boot0 range subsystem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discard_alignment mmcblk1boot1 removable uevent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conclusion, then, is that you can learn a lot about the devices (the hardware) and the drivers (the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software) that are present on a system by reading sysfs.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CC8BCE-05C2-4F01-97AF-26F4264010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a kernel-level device driver really necessary? – No need to write a line of kernel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 generic device drivers are available - that interact with hardware directly from user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 space code is certainly easier to write and debug.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also not covered by the GPL, but that is a good reason to do it this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drivers fall into two broad categories: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control through files in sysfs, including GPIO and LEDs,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serial buses that expose a generic interface through a device node, such as I2C.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General-Purpose Input/Output (GPIO) is the simplest form of digital 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provides direct access to individual hardware pins, each of which can be in one of two states: high or 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most cases, a GPIO pin can be configured to be either an input or an 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group of GPIO pins can be used for high-level interfaces .. I2C,SPI by software emulation, a technique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that is called bit banging. main limitation is speed, accuracy of loops and #CPU cycles to dedicate to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Generally it is hard to achieve timer accuracy better than a msec unless a real-time kernel is configured.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Common GPIO use cases are reading push buttons, digital sensors and controlling LEDs, motors, relays.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Most SoCs have a lot of GPIO bits, grouped together in GPIO registers, usually 32 bits per register.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On-chip GPIO bits are routed to GPIO pins on the chip package via a multiplexer, known as a pin mux.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 GPIO pins can be off-chip in power management chip, or in dedicated GPIO extenders, via I2C or SPI.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gpiolib - a kernel subsystem, not actually a library but for infrastructure GPIO drivers to provide IO entry-pt.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Details of gpiolib are in kernel source in Documentation/gpio, and driver code is in drivers/gpio.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Applications interact with gpiolib through files in the /sys/class/gpio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E87610-06D1-4457-88FE-4096311A74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Writing a kernel device driver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could be a need write a device driver to access a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Character drivers are the most flexible and should cover 90% needs;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block drivers are for mass storage, while network drivers apply .. if working with a network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task of writing a kernel driver is complex. There are some references to help.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outline options available using a bare bones model of a character device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Designing a character driver 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main character driver interface is based on a stream of bytes.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devices don't fit this description: controller for robotic arm needs to move and rotate each joint 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other ways to communicate with device drivers than just read and write: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Ioctl(): allows passing two arguments to a driver, and these can have any meaning - by convention.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first argument is a command to select functions in a driver, and the second is a ptr to a structure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 container for the input and output parameters.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It allows any programming interface and is common when a driver and application are closely linked.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Yet, ioctl is deprecated in kernel, and it is hard to find drivers with new uses of ioctl accepted upstream.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kernel maintainers dislike ioctl because kernel code and application code become too interdependent,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and it is hard to keep both of them in step across kernel versions and architectures.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sysfs: preferred way to do things now, as in GPIO interface. The advantages are that it is self-documenting,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so long there are descriptive names for the files. It is also scriptable because the file's content is usually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text strings. On the other hand, the requirement for each file to contain a single value makes it hard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achieve atomicity if you need to change more than one value at a time. Conversely, ioctl passes all 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arguments in a structure, in a single function call.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A90CF7-F6EF-4327-825B-2C92D2916B9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Compiling kernel modules - to compile and test a module on a target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copy it into the kernel source tree and modify makefiles to build it, or compile it as a module out of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build it, out of tree, it needs a simple makefile that uses the kernel build system to do all the hard work: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LINUXDIR := $(HOME)/el/build/linux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obj-m := dummy.o ## invokes kernel build rule to take source file dummy.c, and create a kernel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all: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make ARCH=arm CROSS_COMPILE=arm-cortex_a8-linuxgnueabihf-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-C $(LINUXDIR) M=$(shell pwd)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clean: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make -C $(LINUXDIR) M=$(shell pwd) 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Set LINUXDIR to directory of the kernel for the target device that the module will run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Note: Kernel modules are not binary compatible between kernel releases and configurations: the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will only load on the kernel it was compiled with.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build a driver in the kernel source tree, the procedure is quite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Choose a directory appropriate to the type of driver needed . The driver is a basic character device, so 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dummy.c in drivers/char. Then, edit the makefile in the directory, and add a line to build the driver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unconditionally as a module,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obj-m += dummy.o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Alternatively, you can add the following line to build it unconditionally as a builtin: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obj-y += dummy.o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make the driver optional, add an menu option to the Kconfig file and make compilation conditional on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configuration option,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1914CB-66E3-4C2B-82C7-DAAE01D9EE5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Loading kernel modules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load, unload, and list modules using the simple insmod, lsmod, and rmmod commands, respectively.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e.g.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# insmod /lib/modules/4.8.12-yoctostandard/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kernel/drivers/dummy.ko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# lsmod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Tainted: 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dummy 2062 0 - Live 0xbf004000 (O)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# rmmod dummy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or place module under /lib/modules/&lt;kernel release&gt;, and create a module dependency using depmod -a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# depmod -a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# ls /lib/modules/4.8.12-yocto-standard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kernel modules.alias modules.dep modules.symbols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information in the modules.* files is used by the modprobe command to locate a module by name rather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than its full path.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modprobe has many other features, described in the modprobe(8) manual page.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get a module to talk to some real piece of hardware - bind the driver to that hardware either by way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device tree or platform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75E94B-1184-4A7D-8EC4-5FA305ABDC9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Discovering the hardware configuration - Device drivers are usually written to interact with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dummy driver lacks interaction with real hardware since it only manipulates memory structures.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Mainly, being able to discover hardware since it may be at different addresses in different configurations.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Sometimes, the hardware provides the information itself.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On a discoverable bus .. PCI or USB - using a query mode to return resource requirements and unique 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kernel matches identifier and other characteristics with the device drivers and connects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most hardware blocks on embedded boards do not have such identifiers.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Information is needed in the form of a device tree or as C structures known as platform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the standard driver model for Linux, device drivers register themselves with the appropriate subsystem: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PCI, USB, open firmware (device tree), platform device,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Registration includes an identifier and a callback function, called a probe function,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called if there is a match between the ID of the hardware and the ID of the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PCI and USB, the ID is based on the vendor and the product IDs of the devices;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for device trees and platform devices, it is a name (a text string).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trees - to show how the Linux device drivers hook up with this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Arm Versatile board,arch/arm/boot/dts/versatile-ab.dts, for which the Ethernet adapter is defined: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net@10010000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compatible = "smsc,lan91c111";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= &lt;0x10010000 0x10000&gt;;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interrupts = &lt;25&gt;;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CAA29A-2C91-4B98-8D88-47A6733678C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Device drivers have the job of handling devices, usually physical hardware but sometimes virtual interfaces,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and presenting them to the user space in a consistent and useful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Linux device drivers fall into three broad categories: character, block, and network.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Of the three, the character driver interface is the most flexible and therefore, the most common.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Linux drivers fit into a framework known as the driver model, which is exposed through sysfs.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entire state of the devices and drivers is visible in /sys.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Each embedded system has its own unique set of hardware interfaces and requirements.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Linux provides drivers for most standard interfaces, and by selecting the right kernel configuration, it gets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working target board very quickly.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For non-standard components, it will need to add own device support. In some cases, the issue is side-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stepped by using generic drivers for GPIO, I2C, and so on, and then write user space code to do the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This is a good starting point, as it provides the chance to become familiar with the hardware without writing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kernel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Writing kernel drivers is not particularly difficult, but there is a need to code carefully so as not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compromise the stability of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5E2C9C-78C2-4260-A883-A90334BFC7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Luck!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82001B-D82C-4611-8F8D-004721C341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   Create a simple char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   Show the sysfs entry created for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3BF4BE-5CBB-4A50-8A18-B82958A6BB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Discussed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What does the kernel do?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Details of Linux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Recap - Device Tree, 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Module Programming, Device Drivers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ABB6D8-B4C8-4D55-9FC5-17C6AAEEA83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749015-560B-4F37-8D1F-BE05E40491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73E3DE-D85E-4CA4-BCB1-860B3FBACF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55EC67-D45B-4592-A308-42FFF646DF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FFC42D-DF81-4BAF-A8A8-876FC87213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90A0A-4ADF-4241-B718-CD2E84D2BB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4107E6-146B-4E2E-9C8A-FFA42030C1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A1A042-B889-454F-B0F7-125B2B557F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AEED37-7EE7-4365-BAC2-BD24810A8B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B9BEC-A7FB-4F88-BB17-E58E9350EA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4367BC-6A9E-40FA-A01E-BB195C564A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27FC54-44E9-4281-9773-FA1CC2B02F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Linux Kernel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 Programming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What does the kernel do?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Details of Linux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Recap - Device Tree,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Module Programming, procfs entry,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4781880" y="914400"/>
            <a:ext cx="3676320" cy="245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457200" y="457200"/>
            <a:ext cx="7315200" cy="251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levels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kernel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Linux flexibility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2"/>
          <a:stretch/>
        </p:blipFill>
        <p:spPr>
          <a:xfrm>
            <a:off x="429120" y="3886200"/>
            <a:ext cx="378216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One way, kernel is divided into five subsystems.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process scheduler,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memory manager,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virtual file system,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inter-process communication (IPC),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network.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Process Scheduler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process scheduler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responsible for decision making of what process to run at what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Memory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memory manager is responsible for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large address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memory protection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memory mapping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ensure fair access to physical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memory share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using MMU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swapping process memory out to paging file while not in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Virtual File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Virtual File System “VFS” is responsible for handling 1O polymorphism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across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multiple hardware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multiple logical file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multiple executable formats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228960" y="695520"/>
            <a:ext cx="4571640" cy="570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/>
          <p:cNvPicPr/>
          <p:nvPr/>
        </p:nvPicPr>
        <p:blipFill>
          <a:blip r:embed="rId2"/>
          <a:stretch/>
        </p:blipFill>
        <p:spPr>
          <a:xfrm>
            <a:off x="5105880" y="1134000"/>
            <a:ext cx="3809520" cy="458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1"/>
          <p:nvPr/>
        </p:nvSpPr>
        <p:spPr>
          <a:xfrm>
            <a:off x="228600" y="228600"/>
            <a:ext cx="8686800" cy="617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 call interface, provides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virtual file system services to the user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logical structure for the information stored in a storage medium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logical file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several logical file system types, such as ext2 and fat.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 files appear same to the user since i-node is used to hide logical file system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corresponding fs type is stored in the i-node for each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depending on i-node, operations are carried out for reading or writing to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 important part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uniform interface to hardware devices.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typically two types of devices: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char devices is accessed sequentially, such as a mouse, serial 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block device is accessed randomly, and data is read or written in block, for example, a disk drive.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drivers use file interface abstraction.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each device is accessed as a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a special file, known as the device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implementation of hardware-specific code to customize file interface abstraction.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IPC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Inter Process Communication “IPC”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provides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sharing resources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data synchronization,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data exchange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Network Connectivity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supports networking.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implements network protocols such as TCP and 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through hardware-independent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implements network card drivers;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through hardware-specific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Device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for a kernel to manage hardware resources,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it needs to know which resources are available to the embedded system,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looking back to the hardware description and things such as I/O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two ways for kernel to retrieve this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hardcoded into the kernel binary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 information to kernel via bootloader that provides device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blob - DTB.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Linux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kernel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loaded at runtime,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avoids kernel recompile and reboot. saves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dynamically extends kernel functionality.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Interfacing with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Drivers,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 mechanism for interacting with underlying 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to know how device drivers fit into overall architecture and how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access them from user space; since a system could have some new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pieces of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 txBox="1"/>
          <p:nvPr/>
        </p:nvSpPr>
        <p:spPr>
          <a:xfrm>
            <a:off x="228600" y="228600"/>
            <a:ext cx="8686800" cy="10328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Role of Device Drivers.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kernel has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encapsulates hardware interfaces of a system and present them in a consistent manner to user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frameworks designed to make it easy to write a device driver, which is the piece of code that mediates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between the kernel above and the hardware below.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device driver could control physical devices such as a UART or an MMC controller, or represent a virtual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such as the null device (/dev/null) or a ramdisk.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One driver may control multiple devices of the same kind.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device driver code runs at a high privilege level, as does the rest of the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has full access to the processor address space and hardware registers.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can handle interrupts and DMA transfers.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can also make use of sophisticated kernel infrastructure for synchronization and memory management.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you should be aware that there is a downside to this; if something goes wrong in a buggy driver,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go really wrong and bring the system down.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Consequently, there is a principle that device drivers should be as simple as possible by just providing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 to applications where the real decisions are made.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no policy in the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the responsibility of user space to set the policy that governs the overall behavior of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Linux, there are three main types of device driver: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Character: This is for an unbuffered I/O with a rich range of functions and a thin layer between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 code and the driver. It is the first choice when implementing custom device drivers.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Block: This has an interface tailored for block I/O to and from mass storage devices. There is a thick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buffering designed to make disk reads and writes as fast as possible, which makes it unsuitable for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anything else.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Network: This is similar to a block device but is used for transmitting and receiving network packets rather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 disk blocks.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also a fourth type organized by interface: SCSI, USB, PCI, GPIO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Interfacing with Drivers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Char Drivers,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 mechanism for interacting with underlying 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to know how device drivers fit into overall architecture and how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access them from user space; since a system could have some new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pieces of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Interfacing with Drivers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Block Device,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accessed randomly,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data is read or written in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e.g. a disk drive.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Conceptual View — Interfacing with Drivers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Network Device,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devices are not accessed through device nodes,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they do not have major and minor numbers.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Instead, a network device is allocated a name by the kernel,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based on a string and an instance number.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Finding out about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 run time,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know which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have been loaded and what state they are 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 run time,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know which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have been loaded and what state they are 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Drivers in User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Is a kernel-level device driver really necessary?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 need to write a line of kernel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Many generic device drivers are available for many common types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devices - that interact with hardware directly from user space,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User space code is certainly easier to write and debug.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tis also not covered by the GPL.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Writing a kernel device driver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there could be a need write a device driver to access a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Character drivers are the most flexible and should cover 90% needs;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block drivers are for mass storage, while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drivers apply .. if working with a network interface.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task of writing a kernel driver is complex.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 txBox="1"/>
          <p:nvPr/>
        </p:nvSpPr>
        <p:spPr>
          <a:xfrm>
            <a:off x="-62640" y="222840"/>
            <a:ext cx="9316800" cy="138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anatomy of a device driver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looking at the code for a simple device driver.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Here is the start of a device driver named dummy,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which creates four devices that can be accessed through /dev/dummy0 to /dev/dummy3: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&lt;linux/kernel.h&gt;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&lt;linux/module.h&gt;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&lt;linux/init.h&gt;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&lt;linux/fs.h&gt;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#include &lt;linux/device.h&gt;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#define DEVICE_NAME "dummy"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#define MAJOR_NUM 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#define NUM_DEVICES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static struct class *dummy_class;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Next, define the dummy_open(), dummy_release(), dummy_read(), and dummy_write()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functions for the character device interface: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static int dummy_open(struct inode *inode, struct file *file)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pr_info("%s\n", __func__);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0;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static int dummy_release(struct inode *inode, struct file *file)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pr_info("%s\n", __func__);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0;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static ssize_t dummy_read(struct file *file, char *buffer, size_t length, loff_t * offset)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pr_info("%s %u\n", __func__, length);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0;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static ssize_t dummy_write(struct file *file, const char *buffer, size_t length, loff_t * offset)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pr_info("%s %u\n", __func__, length);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length;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After that, initialize a file_operations structure and define the dummy_init() and dummy_exit() functions,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which are called when the driver is loaded and unloaded: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 file_operations dummy_fops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.owner = THIS_MODULE,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.open = dummy_open,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.release = dummy_release,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.read = dummy_read,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.write = dummy_write,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__init dummy_init(void)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ret;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i;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printk("Dummy loaded\n");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 = register_chrdev(MAJOR_NUM, DEVICE_NAME, &amp;dummy_fops);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(ret != 0) return ret;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dummy_class = class_create(THIS_MODULE,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DEVICE_NAME);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(i = 0; i &lt; NUM_DEVICES; i++)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device_create(dummy_class, NULL, MKDEV(MAJOR_NUM, i), NULL, "dummy%d", i);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0;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void __exit dummy_exit(void)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i;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(i = 0; i &lt; NUM_DEVICES; i++)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device_destroy(dummy_class, MKDEV(MAJOR_NUM, i));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class_destroy(dummy_class);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unregister_chrdev(MAJOR_NUM, DEVICE_NAME);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printk("Dummy unloaded\n");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At the end of the code, module_init and module_exit are macros that specify the functions to be called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when the module is loaded and unloaded: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module_init(dummy_init);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module_exit(dummy_exit);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 The closing three macros named MODULE_* add some basic information about the module: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MODULE_LICENSE("GPL");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MODULE_AUTHOR("Me");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MODULE_DESCRIPTION("A dummy driver");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Compiling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compile and test a module on a target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copy it into the kernel source tree and modify makefiles to build it,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compile it as a module out of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Loading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Loading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load, unload, and list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 the simple insmod, Ismod, and rmmod commands, respectively.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°e.g.: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insmod /lib/modules/4.8.12-yoctostandard/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kernel/drivers/dummy.ko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Ismod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Tainted: 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dummy 2062 0 - Live Oxbf004000 (0)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rmmod dummy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Discovering the hardware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dummy driver lacks interaction with real hardware since it only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manipulates memory structures.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Device drivers are usually written to interact with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Part of that is being able to discover the hardware in the first place,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bearing in mind that it may be at different addresses in different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Insome cases, the hardware provides the information itself.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Modules.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Further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Kernel Development, 3rd Edition, by Robert Love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Weekly News: https://lwn.net/Kernel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Async IO on Linux: select, poll, and epoll, by Julia Evans: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https://jvns.ca/blog/2017/06/03/async-io-on-linux--select--poll--and-epoll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Essential Linux Device Drivers, 1st Edition, by Sreekrishnan Venkateswaran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Create a simple char driver.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Show the sysfs entry created for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What does the kernel do?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Details of Linux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Recap - Device Tree,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Module Programming, Device Drivers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2026-06-19T15:36:57Z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