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and Optimizing</a:t>
            </a:r>
          </a:p>
          <a:p>
            <a:r>
              <a:t>• how to make effective use of the many debug and profiling tools that Linux has to offer in order to detect</a:t>
            </a:r>
          </a:p>
          <a:p>
            <a:r>
              <a:t>  problems and identify bottlenecks.</a:t>
            </a:r>
          </a:p>
          <a:p>
            <a:r>
              <a:t>• traditional approach of watching code execution through the GNU Debugger (GDB)</a:t>
            </a:r>
          </a:p>
          <a:p>
            <a:r>
              <a:t>• examines various profilers and tracers, beginning with top then moving on to perf, until eventually</a:t>
            </a:r>
          </a:p>
          <a:p>
            <a:r>
              <a:t>  progressing all the way down to ftrace and strace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OVERVIEW</a:t>
            </a:r>
          </a:p>
          <a:p>
            <a:r>
              <a:t>In This Chapter, We Will Discuss</a:t>
            </a:r>
          </a:p>
          <a:p>
            <a:r>
              <a:t> 1. GDB - GNU debugger</a:t>
            </a:r>
          </a:p>
          <a:p>
            <a:r>
              <a:t>    Preparing to debug</a:t>
            </a:r>
          </a:p>
          <a:p>
            <a:r>
              <a:t>    Just-in-time debugging</a:t>
            </a:r>
          </a:p>
          <a:p>
            <a:r>
              <a:t>    Debugging forks and threads</a:t>
            </a:r>
          </a:p>
          <a:p>
            <a:r>
              <a:t>    Core files</a:t>
            </a:r>
          </a:p>
          <a:p>
            <a:r>
              <a:t>    GDB user interfaces</a:t>
            </a:r>
          </a:p>
          <a:p>
            <a:r>
              <a:t>    Debugging kernel code</a:t>
            </a:r>
          </a:p>
          <a:p>
            <a:r>
              <a:t>    The observer effect</a:t>
            </a:r>
          </a:p>
          <a:p>
            <a:r>
              <a:t> 2. Profiling and Tracing</a:t>
            </a:r>
          </a:p>
          <a:p>
            <a:r>
              <a:t>    Profiling with top</a:t>
            </a:r>
          </a:p>
          <a:p>
            <a:r>
              <a:t>    Introducing perf</a:t>
            </a:r>
          </a:p>
          <a:p>
            <a:r>
              <a:t>    Tracing events</a:t>
            </a:r>
          </a:p>
          <a:p>
            <a:r>
              <a:t>    Using Ftrace</a:t>
            </a:r>
          </a:p>
          <a:p>
            <a:r>
              <a:t>    Using LTTng</a:t>
            </a:r>
          </a:p>
          <a:p>
            <a:r>
              <a:t>    Using BPF</a:t>
            </a:r>
          </a:p>
          <a:p>
            <a:r>
              <a:t>    Using Valgrind</a:t>
            </a:r>
          </a:p>
          <a:p>
            <a:r>
              <a:t>    Using strace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GDB - GDB is a powerful and flexible tool.</a:t>
            </a:r>
          </a:p>
          <a:p>
            <a:r>
              <a:t>• Bugs happen - Identifying and fixing them is part of the development process.</a:t>
            </a:r>
          </a:p>
          <a:p>
            <a:r>
              <a:t>• There are many different techniques for finding and characterizing program defects, including static and</a:t>
            </a:r>
          </a:p>
          <a:p>
            <a:r>
              <a:t>  dynamic analysis, code review, tracing, profiling, and interactive debugging.</a:t>
            </a:r>
          </a:p>
          <a:p>
            <a:r>
              <a:t>• traditional approach of watching code execution is through a debugger, the GNU Project Debugger (GDB).</a:t>
            </a:r>
          </a:p>
          <a:p>
            <a:r>
              <a:t>• Use it to debug applications, examine the postmortem files (core files) that are created after a program</a:t>
            </a:r>
          </a:p>
          <a:p>
            <a:r>
              <a:t>  crash, and even step through kernel code.</a:t>
            </a:r>
          </a:p>
          <a:p/>
          <a:p>
            <a:r>
              <a:t>• the latest LTS release of Buildroot is installed by us, earlier.</a:t>
            </a:r>
          </a:p>
          <a:p>
            <a:r>
              <a:t>  Also, see Buildroot user manual https://buildroot.org/downloads/manual/manual.html</a:t>
            </a:r>
          </a:p>
          <a:p>
            <a:r>
              <a:t>• similarly latest LTS release of Yocto is installed earlier.</a:t>
            </a:r>
          </a:p>
          <a:p>
            <a:r>
              <a:t>  Also see the Compatible Linux Distribution and Build Host Packages sections of the Yocto Project Quick</a:t>
            </a:r>
          </a:p>
          <a:p>
            <a:r>
              <a:t>  Build guide https://www.yoctoproject.org/docs/current/briefyoctoprojectqs/brief-yoctoprojectqs.html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GDB - GDB is a powerful and flexible tool.</a:t>
            </a:r>
          </a:p>
          <a:p>
            <a:r>
              <a:t>• GDB is a source-level debugger for compiled languages, primarily C and C++, although there is also</a:t>
            </a:r>
          </a:p>
          <a:p>
            <a:r>
              <a:t>  support for a variety of other languages, such as Go and Objective-C.</a:t>
            </a:r>
          </a:p>
          <a:p>
            <a:r>
              <a:t>• Read notes for the version of GDB used - to find out the current status of support for the various languages.</a:t>
            </a:r>
          </a:p>
          <a:p>
            <a:r>
              <a:t>• project website https://www.gnu.org/software/gdb/ contains a lot of useful information, including the GDB</a:t>
            </a:r>
          </a:p>
          <a:p>
            <a:r>
              <a:t>  user manual, Debugging with GDB.</a:t>
            </a:r>
          </a:p>
          <a:p>
            <a:r>
              <a:t>• Out of the box, GDB has a command-line user interface that some people find daunting, although, it is easy</a:t>
            </a:r>
          </a:p>
          <a:p>
            <a:r>
              <a:t>  to use with a little practice.</a:t>
            </a:r>
          </a:p>
          <a:p>
            <a:r>
              <a:t>• Alternatively, if command-line interfaces are not preferred, there are plenty of frontend user interfaces to</a:t>
            </a:r>
          </a:p>
          <a:p>
            <a:r>
              <a:t>  GDB, and three of them are described in this chapter</a:t>
            </a:r>
          </a:p>
          <a:p>
            <a:r>
              <a:t>• GDB began as a command-line debugger and many people still use it this way.</a:t>
            </a:r>
          </a:p>
          <a:p>
            <a:r>
              <a:t>• Even though LLVM project's LLDB debugger is gaining in popularity, GCC and GDB remain the prominent</a:t>
            </a:r>
          </a:p>
          <a:p>
            <a:r>
              <a:t>  compiler and debugger for Linux.</a:t>
            </a:r>
          </a:p>
          <a:p>
            <a:r>
              <a:t>• GDB has a command-line interface.</a:t>
            </a:r>
          </a:p>
          <a:p>
            <a:r>
              <a:t>• There are some frontends to GDB with progressively more modern user interfaces.</a:t>
            </a:r>
          </a:p>
          <a:p>
            <a:r>
              <a:t>• GDB user interfaces</a:t>
            </a:r>
          </a:p>
          <a:p>
            <a:r>
              <a:t>• GDB is controlled at a low level through the GDB machine interface, GDB/MI, which is used to wrap GDB in</a:t>
            </a:r>
          </a:p>
          <a:p>
            <a:r>
              <a:t>  a user interface or as part of a larger program, and it considerably extends the range of options available.</a:t>
            </a:r>
          </a:p>
          <a:p>
            <a:r>
              <a:t>• The three UI’s that are well suited to debugging embedded targets:</a:t>
            </a:r>
          </a:p>
          <a:p>
            <a:r>
              <a:t>  the Terminal User Interface (TUI), the Data Display Debugger (DDD), and Visual Studio Code.</a:t>
            </a:r>
          </a:p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GDB - GDB is a powerful and flexible tool.</a:t>
            </a:r>
          </a:p>
          <a:p>
            <a:r>
              <a:t>• GDB is a source-level debugger for compiled languages, primarily C and C++, although there is also</a:t>
            </a:r>
          </a:p>
          <a:p>
            <a:r>
              <a:t>  support for a variety of other languages, such as Go and Objective-C.</a:t>
            </a:r>
          </a:p>
          <a:p>
            <a:r>
              <a:t>• Read the notes for the version of GDB you are using to find out the current status of support for the various</a:t>
            </a:r>
          </a:p>
          <a:p>
            <a:r>
              <a:t>  languages.</a:t>
            </a:r>
          </a:p>
          <a:p>
            <a:r>
              <a:t>• project website https://www.gnu.org/software/gdb/ contains a lot of useful information, including the GDB</a:t>
            </a:r>
          </a:p>
          <a:p>
            <a:r>
              <a:t>  user manual, Debugging with GDB.</a:t>
            </a:r>
          </a:p>
          <a:p>
            <a:r>
              <a:t>• Out of the box, GDB has a command-line user interface that some people find daunting, although in reality,</a:t>
            </a:r>
          </a:p>
          <a:p>
            <a:r>
              <a:t>  it is easy to use with a little practice.</a:t>
            </a:r>
          </a:p>
          <a:p>
            <a:r>
              <a:t>• Alternatively, if command-line interfaces are not preferred, there are plenty of frontend user interfaces to</a:t>
            </a:r>
          </a:p>
          <a:p>
            <a:r>
              <a:t>  GDB, and three of them are described in this chapter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Preparing to debug - compile the code debug with debug symbols.</a:t>
            </a:r>
          </a:p>
          <a:p>
            <a:r>
              <a:t>• GCC offers two options for this: -g and -ggdb.</a:t>
            </a:r>
          </a:p>
          <a:p>
            <a:r>
              <a:t>   • -g generates information in an appropriate format for a target operating system, making it more portable.</a:t>
            </a:r>
          </a:p>
          <a:p>
            <a:r>
              <a:t>   • -ggdb adds debug information that is specific to GDB,</a:t>
            </a:r>
          </a:p>
          <a:p>
            <a:r>
              <a:t>• For us, target operating system is always Linux, and it makes little difference whether -g or –ggdb is used.</a:t>
            </a:r>
          </a:p>
          <a:p>
            <a:r>
              <a:t>• both options allow specifying the level of debug information, from 0 to 3:</a:t>
            </a:r>
          </a:p>
          <a:p>
            <a:r>
              <a:t>  • 0: no debug information at all and is equivalent to omitting the -g or -ggdb switch.</a:t>
            </a:r>
          </a:p>
          <a:p>
            <a:r>
              <a:t>  • 1: minimal information .. includes function names, external variables, enough to generate a backtrace.</a:t>
            </a:r>
          </a:p>
          <a:p>
            <a:r>
              <a:t>  • 2: default. includes information on local variables, line numbers for source-level debug and single-step.</a:t>
            </a:r>
          </a:p>
          <a:p>
            <a:r>
              <a:t>  • 3: extra information. so that GDB can handle macro expansions correctly.</a:t>
            </a:r>
          </a:p>
          <a:p>
            <a:r>
              <a:t>• In most cases, -g suffices:</a:t>
            </a:r>
          </a:p>
          <a:p>
            <a:r>
              <a:t>  reserve -g3 or -ggdb3 only if it is a problem stepping through code, or contains macros.</a:t>
            </a:r>
          </a:p>
          <a:p>
            <a:r>
              <a:t>• The next issue to consider is the level of code optimization.</a:t>
            </a:r>
          </a:p>
          <a:p>
            <a:r>
              <a:t>• Compiler optimization tends to destroy the relationship between lines of source code and machine code,</a:t>
            </a:r>
          </a:p>
          <a:p>
            <a:r>
              <a:t>  which makes stepping through the source unpredictable.</a:t>
            </a:r>
          </a:p>
          <a:p>
            <a:r>
              <a:t>• If problems are seen, most likely need to compile without optimization, leaving out the -O compile switch, or</a:t>
            </a:r>
          </a:p>
          <a:p>
            <a:r>
              <a:t>  using -Og, which enables optimizations that do not interfere with debugging.</a:t>
            </a:r>
          </a:p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applications</a:t>
            </a:r>
          </a:p>
          <a:p>
            <a:r>
              <a:t>use GDB to debug applications in one of two ways:</a:t>
            </a:r>
          </a:p>
          <a:p>
            <a:r>
              <a:t>• When developing code to run on desktops and servers, or any environment used for compile and run the</a:t>
            </a:r>
          </a:p>
          <a:p>
            <a:r>
              <a:t>   code on the same machine, then it is natural to run GDB natively.</a:t>
            </a:r>
          </a:p>
          <a:p>
            <a:r>
              <a:t>• However, most embedded development is done using a cross toolchain, and hence the debug code is</a:t>
            </a:r>
          </a:p>
          <a:p>
            <a:r>
              <a:t>   running on the device but the control of it is from the cross-development environment, where the source</a:t>
            </a:r>
          </a:p>
          <a:p>
            <a:r>
              <a:t>   code and tools reside.</a:t>
            </a:r>
          </a:p>
          <a:p/>
          <a:p>
            <a:r>
              <a:t>• Though the focus on the latter case, since it is the most likely scenario for embedded developers, but the</a:t>
            </a:r>
          </a:p>
          <a:p>
            <a:r>
              <a:t>  authors will also show you how to set up a system for native debugging.</a:t>
            </a:r>
          </a:p>
          <a:p>
            <a:r>
              <a:t>• There are many good references on GDB, including the GDB user manual and the suggested Further</a:t>
            </a:r>
          </a:p>
          <a:p>
            <a:r>
              <a:t>  reading section at the end of the chapter.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Remote debugging using gdbserver</a:t>
            </a:r>
          </a:p>
          <a:p>
            <a:r>
              <a:t>• The key component for remote debugging is the debug agent, gdbserver, which runs on the target and</a:t>
            </a:r>
          </a:p>
          <a:p>
            <a:r>
              <a:t>  controls execution of the program being debugged.</a:t>
            </a:r>
          </a:p>
          <a:p>
            <a:r>
              <a:t>• gdbserver connects to GDB running on the host machine via a network connection or a serial interface.</a:t>
            </a:r>
          </a:p>
          <a:p>
            <a:r>
              <a:t>• Debugging through gdbserver is almost the same as debugging natively.</a:t>
            </a:r>
          </a:p>
          <a:p>
            <a:r>
              <a:t>  The differences are mostly around the fact that there are two computers involved and they need to be in the</a:t>
            </a:r>
          </a:p>
          <a:p>
            <a:r>
              <a:t>  right state for debugging to occur.</a:t>
            </a:r>
          </a:p>
          <a:p>
            <a:r>
              <a:t>• Here are some things to look out for:</a:t>
            </a:r>
          </a:p>
          <a:p>
            <a:r>
              <a:t>  • At start of a debug session, load program to debug on the target using gdbserver, and then separately</a:t>
            </a:r>
          </a:p>
          <a:p>
            <a:r>
              <a:t>     load GDB from the cross toolchain on the host.</a:t>
            </a:r>
          </a:p>
          <a:p>
            <a:r>
              <a:t>  • GDB and gdbserver need to connect to each other before a debug session can begin.</a:t>
            </a:r>
          </a:p>
          <a:p>
            <a:r>
              <a:t>  • GDB, running on host, needs to be told where to look for debug symbols and source code, especially for</a:t>
            </a:r>
          </a:p>
          <a:p>
            <a:r>
              <a:t>     shared libraries.</a:t>
            </a:r>
          </a:p>
          <a:p>
            <a:r>
              <a:t>  • GDB run command does not work as expected.</a:t>
            </a:r>
          </a:p>
          <a:p>
            <a:r>
              <a:t>  • gdbserver terminates when debug session ends, and will need to restart it for another debug session.</a:t>
            </a:r>
          </a:p>
          <a:p>
            <a:r>
              <a:t>  • need debug symbols and source code for binaries to be debugged on the host, but not on the target.</a:t>
            </a:r>
          </a:p>
          <a:p>
            <a:r>
              <a:t>     Often, there is not enough storage on the target, and they are stripped before deploying to the target.</a:t>
            </a:r>
          </a:p>
          <a:p>
            <a:r>
              <a:t>  • GDB/gdbserver combination does not support all the features of natively running GDB: for example,</a:t>
            </a:r>
          </a:p>
          <a:p>
            <a:r>
              <a:t>     gdbserver cannot follow the child process after a fork, whereas native GDB can.</a:t>
            </a:r>
          </a:p>
          <a:p>
            <a:r>
              <a:t>  • Odd things happen if GDB and gdbserver are of different versions or are configured differently.</a:t>
            </a:r>
          </a:p>
          <a:p>
            <a:r>
              <a:t>     Ideally, they should be built from the same source using the favorite build tool.</a:t>
            </a:r>
          </a:p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up the Yocto Project for remote debugging</a:t>
            </a:r>
          </a:p>
          <a:p>
            <a:r>
              <a:t>• two things to be done to debug applications remotely when using the Yocto Project:</a:t>
            </a:r>
          </a:p>
          <a:p>
            <a:r>
              <a:t>• add gdbserver to the target image, and create an SDK that includes GDB and has debug symbols for the</a:t>
            </a:r>
          </a:p>
          <a:p>
            <a:r>
              <a:t>  executables that you plan to debug.</a:t>
            </a:r>
          </a:p>
          <a:p>
            <a:r>
              <a:t>• First, include gdbserver in target image, and add the package explicitly by adding this to conf/local.conf:</a:t>
            </a:r>
          </a:p>
          <a:p>
            <a:r>
              <a:t>  • IMAGE_INSTALL_append = " gdbserver“</a:t>
            </a:r>
          </a:p>
          <a:p>
            <a:r>
              <a:t>  • EXTRA_IMAGE_FEATURES ?= "ssh-server-openssh“</a:t>
            </a:r>
          </a:p>
          <a:p>
            <a:r>
              <a:t>      Without serial console, an SSH daemon is to be added, as some way to start gdbserver on the target.</a:t>
            </a:r>
          </a:p>
          <a:p>
            <a:r>
              <a:t>  • EXTRA_IMAGE_FEATURES ?= "tools-debug ssh-serveropenssh“</a:t>
            </a:r>
          </a:p>
          <a:p>
            <a:r>
              <a:t>      Alternatively, add tools-debug to add gdbserver, native gdb, and strace to target image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Setting up Buildroot for remote debugging</a:t>
            </a:r>
          </a:p>
          <a:p>
            <a:r>
              <a:t>• Buildroot does not make a distinction between the build environment and that used for application</a:t>
            </a:r>
          </a:p>
          <a:p>
            <a:r>
              <a:t>  development: there is no SDK.</a:t>
            </a:r>
          </a:p>
          <a:p>
            <a:r>
              <a:t>• Assuming that Buildroot internal toolchain is used, enable these options to build cross GDB for the host and</a:t>
            </a:r>
          </a:p>
          <a:p>
            <a:r>
              <a:t>  to build gdbserver for the target:</a:t>
            </a:r>
          </a:p>
          <a:p>
            <a:r>
              <a:t>  • BR2_PACKAGE_HOST_GDB, in Toolchain | Build cross gdb for the host</a:t>
            </a:r>
          </a:p>
          <a:p>
            <a:r>
              <a:t>  • BR2_PACKAGE_GDB, in Target packages | Debugging, profiling and benchmark | gdb</a:t>
            </a:r>
          </a:p>
          <a:p>
            <a:r>
              <a:t>  • BR2_PACKAGE_GDB_SERVER, in Target packages | Debugging, profiling and benchmark | gdbserver</a:t>
            </a:r>
          </a:p>
          <a:p>
            <a:r>
              <a:t>• Also, build executables with debug symbols, for which enable</a:t>
            </a:r>
          </a:p>
          <a:p>
            <a:r>
              <a:t>  • BR2_ENABLE_DEBUG, in Build options | build packages with debugging symbols.</a:t>
            </a:r>
          </a:p>
          <a:p>
            <a:r>
              <a:t>• This will create libraries with debug symbols in output/host/usr/&lt;arch&gt;/sysroot.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</a:t>
            </a:r>
          </a:p>
          <a:p>
            <a:r>
              <a:t>• Now gdbserver is installed on the target and a cross GDB on the host, start a debug session.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debug: Connecting GDB and gdbserver</a:t>
            </a:r>
          </a:p>
          <a:p>
            <a:r>
              <a:t>• The connection between GDB and gdbserver can be through a network or serial interface.</a:t>
            </a:r>
          </a:p>
          <a:p>
            <a:r>
              <a:t>• for a network connection</a:t>
            </a:r>
          </a:p>
          <a:p>
            <a:r>
              <a:t>   on the target, launch gdbserver with TCP port number to listen on and, optionally, an IP address to accept</a:t>
            </a:r>
          </a:p>
          <a:p>
            <a:r>
              <a:t>   connections from. Mostly the IP address to connect from - does not matter, so just provide port number.</a:t>
            </a:r>
          </a:p>
          <a:p>
            <a:r>
              <a:t>• In this example, gdbserver waits for a connection on port 10000 from any host:</a:t>
            </a:r>
          </a:p>
          <a:p>
            <a:r>
              <a:t>      # gdbserver :10000 ./hello-world</a:t>
            </a:r>
          </a:p>
          <a:p>
            <a:r>
              <a:t>      Process hello-world created; pid = 103</a:t>
            </a:r>
          </a:p>
          <a:p>
            <a:r>
              <a:t>      Listening on port 10000</a:t>
            </a:r>
          </a:p>
          <a:p>
            <a:r>
              <a:t>• Next, start GDB from the toolchain, pointing it at an unstripped copy of the program so that GDB can load</a:t>
            </a:r>
          </a:p>
          <a:p>
            <a:r>
              <a:t>   the symbol table:</a:t>
            </a:r>
          </a:p>
          <a:p>
            <a:r>
              <a:t>      $ aarch64-poky-linux-gdb hello-world</a:t>
            </a:r>
          </a:p>
          <a:p>
            <a:r>
              <a:t>• In GDB, use the target remote command to make the connection to gdbserver, giving it either the IP</a:t>
            </a:r>
          </a:p>
          <a:p>
            <a:r>
              <a:t>   address or the hostname of the target and the port it is waiting on:</a:t>
            </a:r>
          </a:p>
          <a:p>
            <a:r>
              <a:t>      (gdb) target remote 192.168.1.101:10000</a:t>
            </a:r>
          </a:p>
          <a:p>
            <a:r>
              <a:t>• When gdbserver sees the connection from the host, it prints the following:</a:t>
            </a:r>
          </a:p>
          <a:p>
            <a:r>
              <a:t>      Remote debugging from host 192.168.1.1</a:t>
            </a:r>
          </a:p>
          <a:p>
            <a:r>
              <a:t>• for a serial connection.</a:t>
            </a:r>
          </a:p>
          <a:p>
            <a:r>
              <a:t>   On the target, indicate to gdbserver which serial port to use:</a:t>
            </a:r>
          </a:p>
          <a:p>
            <a:r>
              <a:t>      # gdbserver /dev/ttyO0 ./hello-world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debug: Setting the sysroot</a:t>
            </a:r>
          </a:p>
          <a:p>
            <a:r>
              <a:t>• GDB needs to know where to find debug information and source code for the program and shared libraries</a:t>
            </a:r>
          </a:p>
          <a:p>
            <a:r>
              <a:t>   being debugged.</a:t>
            </a:r>
          </a:p>
          <a:p>
            <a:r>
              <a:t>• When debugging natively, the paths are well known and built in to GDB, but when using a cross toolchain,</a:t>
            </a:r>
          </a:p>
          <a:p>
            <a:r>
              <a:t>   GDB has no way to guess where the root of the target filesystem is. This information is to be provided.</a:t>
            </a:r>
          </a:p>
          <a:p>
            <a:r>
              <a:t>• If the application is built using the Yocto Project SDK, the sysroot is within SDK, and so set it in GDB:</a:t>
            </a:r>
          </a:p>
          <a:p>
            <a:r>
              <a:t>      (gdb) set sysroot /opt/poky/3.1.5/sysroots/aarch64-poky-linux</a:t>
            </a:r>
          </a:p>
          <a:p>
            <a:r>
              <a:t>• If using Buildroot, it is found that the sysroot is in output/host/usr/&lt;toolchain&gt;/sysroot, and that there is a</a:t>
            </a:r>
          </a:p>
          <a:p>
            <a:r>
              <a:t>   symbolic link to it in output/staging.</a:t>
            </a:r>
          </a:p>
          <a:p>
            <a:r>
              <a:t>• So, for Buildroot, set the sysroot:</a:t>
            </a:r>
          </a:p>
          <a:p>
            <a:r>
              <a:t>      (gdb) set sysroot</a:t>
            </a:r>
          </a:p>
          <a:p>
            <a:r>
              <a:t>      /home/&lt;user&gt;/buildroot/output/staging</a:t>
            </a:r>
          </a:p>
          <a:p>
            <a:r>
              <a:t>• GDB also needs to find source code for the files being debugged.</a:t>
            </a:r>
          </a:p>
          <a:p>
            <a:r>
              <a:t>• GDB has a search path for source files, which is seen using the show directories command:</a:t>
            </a:r>
          </a:p>
          <a:p>
            <a:r>
              <a:t>      (gdb) show directories</a:t>
            </a:r>
          </a:p>
          <a:p>
            <a:r>
              <a:t>      Source directories searched: $cdir:$cwd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debug: GDB command files</a:t>
            </a:r>
          </a:p>
          <a:p>
            <a:r>
              <a:t>• some things that need to do each time GDB Is run,</a:t>
            </a:r>
          </a:p>
          <a:p>
            <a:r>
              <a:t>   • Setting the sysroot.</a:t>
            </a:r>
          </a:p>
          <a:p>
            <a:r>
              <a:t>      It is convenient to put commands into a command file and run them each time GDB is started.</a:t>
            </a:r>
          </a:p>
          <a:p>
            <a:r>
              <a:t>      GDB reads commands from $HOME/.gdbinit, then from .gdbinit in the current directory, and then from</a:t>
            </a:r>
          </a:p>
          <a:p>
            <a:r>
              <a:t>      files specified on the command line with the -x parameter.</a:t>
            </a:r>
          </a:p>
          <a:p>
            <a:r>
              <a:t>   • Also, recent versions of GDB will refuse to load .gdbinit from the current directory for security reasons.</a:t>
            </a:r>
          </a:p>
          <a:p>
            <a:r>
              <a:t>      Override that behavior by adding a line to $HOME/.gdbinit:</a:t>
            </a:r>
          </a:p>
          <a:p>
            <a:r>
              <a:t>           set auto-load safe-path /</a:t>
            </a:r>
          </a:p>
          <a:p>
            <a:r>
              <a:t>      Alternatively, if auto-loading is not needed globally, specify a particular directory:</a:t>
            </a:r>
          </a:p>
          <a:p>
            <a:r>
              <a:t>           add-auto-load-safe-path /home/chris/myprog</a:t>
            </a:r>
          </a:p>
          <a:p>
            <a:r>
              <a:t>   • The author’s personal preference is to use the -x parameter to point to the command file, to expose the</a:t>
            </a:r>
          </a:p>
          <a:p>
            <a:r>
              <a:t>      location of the file so that it is not forgotten.</a:t>
            </a:r>
          </a:p>
          <a:p>
            <a:r>
              <a:t>• Also, to help set up GDB, Buildroot creates a GDB command file containing the correct sysroot command in</a:t>
            </a:r>
          </a:p>
          <a:p>
            <a:r>
              <a:t>   output/staging/usr/share/buildroot/gdbinit.</a:t>
            </a:r>
          </a:p>
          <a:p>
            <a:r>
              <a:t>• It will contain a line similar to this one:</a:t>
            </a:r>
          </a:p>
          <a:p>
            <a:r>
              <a:t>           set sysroot /home/&lt;user&gt;/buildroot/output/host/usr/aarch64-buildroot-linux-gnu/sysroot</a:t>
            </a:r>
          </a:p>
          <a:p>
            <a:r>
              <a:t>• Now that GDB is running and can find the information it needs, let's look at some of the commands.</a:t>
            </a:r>
          </a:p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debug: Overview of GDB commands</a:t>
            </a:r>
          </a:p>
          <a:p>
            <a:r>
              <a:t>• GDB has many commands, which are described in the online manual and in the resources mentioned in the</a:t>
            </a:r>
          </a:p>
          <a:p>
            <a:r>
              <a:t>   summary section.</a:t>
            </a:r>
          </a:p>
          <a:p>
            <a:r>
              <a:t>• here is a list of the commonly used commands.</a:t>
            </a:r>
          </a:p>
          <a:p>
            <a:r>
              <a:t>• In most cases, there is a short form for the command, which is listed in the following tables.</a:t>
            </a:r>
          </a:p>
          <a:p>
            <a:r>
              <a:t>• Breakpoints</a:t>
            </a:r>
          </a:p>
          <a:p>
            <a:r>
              <a:t>  These are the commands for managing breakpoints:</a:t>
            </a:r>
          </a:p>
          <a:p>
            <a:r>
              <a:t>  b &lt;location&gt; break &lt;location&gt;        Set a breakpoint on function name, line or line number</a:t>
            </a:r>
          </a:p>
          <a:p>
            <a:r>
              <a:t>  ib             info breakpoints      list breakpoints</a:t>
            </a:r>
          </a:p>
          <a:p>
            <a:r>
              <a:t>  d b &lt;N&gt;        delete breakpoint &lt;n&gt; delete breakpoint &lt;N&gt;</a:t>
            </a:r>
          </a:p>
          <a:p>
            <a:r>
              <a:t>• Running and stepping</a:t>
            </a:r>
          </a:p>
          <a:p>
            <a:r>
              <a:t>  These are commands for controlling the execution of a program:</a:t>
            </a:r>
          </a:p>
          <a:p>
            <a:r>
              <a:t>  r            run                     load fresh copy of program and start running it. Not for gdbserver</a:t>
            </a:r>
          </a:p>
          <a:p>
            <a:r>
              <a:t>  c            continue                continue execution from a breakpoint</a:t>
            </a:r>
          </a:p>
          <a:p>
            <a:r>
              <a:t>  ctrl-C                               stop program being debugged</a:t>
            </a:r>
          </a:p>
          <a:p>
            <a:r>
              <a:t>  s            step                    step one line, including stepping into any function</a:t>
            </a:r>
          </a:p>
          <a:p>
            <a:r>
              <a:t>  n            next                    step one line, stepping over/past a function call</a:t>
            </a:r>
          </a:p>
          <a:p>
            <a:r>
              <a:t>  finish                               run till current function returns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debug: Running to a breakpoint</a:t>
            </a:r>
          </a:p>
          <a:p>
            <a:r>
              <a:t>• gdbserver loads the program into memory and sets a breakpoint at the first instruction, and then waits for a</a:t>
            </a:r>
          </a:p>
          <a:p>
            <a:r>
              <a:t>   connection from GDB.</a:t>
            </a:r>
          </a:p>
          <a:p>
            <a:r>
              <a:t>• When the connection is made, enter into a debug session.</a:t>
            </a:r>
          </a:p>
          <a:p>
            <a:r>
              <a:t>   However, cannot single-step immediately, as you will get this message:</a:t>
            </a:r>
          </a:p>
          <a:p>
            <a:r>
              <a:t>         Cannot find bounds of current function</a:t>
            </a:r>
          </a:p>
          <a:p>
            <a:r>
              <a:t>• This is because the program has been halted in code written in assembly, which creates the runtime</a:t>
            </a:r>
          </a:p>
          <a:p>
            <a:r>
              <a:t>   environment for C/C++ programs.</a:t>
            </a:r>
          </a:p>
          <a:p>
            <a:r>
              <a:t>• The first line of C/C++ code is the main() function.</a:t>
            </a:r>
          </a:p>
          <a:p>
            <a:r>
              <a:t>• To stop at main(), set a breakpoint there and then use the continue command (abbreviation c) to tell</a:t>
            </a:r>
          </a:p>
          <a:p>
            <a:r>
              <a:t>   gdbserver to continue from the breakpoint at the start of the program and stop at main():</a:t>
            </a:r>
          </a:p>
          <a:p>
            <a:r>
              <a:t>         (gdb) break main</a:t>
            </a:r>
          </a:p>
          <a:p>
            <a:r>
              <a:t>         Breakpoint 1, main (argc=1, argv=0xbefffe24) at</a:t>
            </a:r>
          </a:p>
          <a:p>
            <a:r>
              <a:t>         helloworld.c:8 printf("Hello, world!\n");</a:t>
            </a:r>
          </a:p>
          <a:p>
            <a:r>
              <a:t>         (gdb) c</a:t>
            </a:r>
          </a:p>
          <a:p>
            <a:r>
              <a:t>• At this point, it may show the following:</a:t>
            </a:r>
          </a:p>
          <a:p>
            <a:r>
              <a:t>         Reading /lib/ld-linux.so.3 from remote target...</a:t>
            </a:r>
          </a:p>
          <a:p>
            <a:r>
              <a:t>         warning: File transfers from remote targets can be slow. Use "set sysroot" to access files locally</a:t>
            </a:r>
          </a:p>
          <a:p>
            <a:r>
              <a:t>         instead.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Starting to debug: Extending GDB with Python</a:t>
            </a:r>
          </a:p>
          <a:p>
            <a:r>
              <a:t>• With Buildroot, a full Python interpreter can be embedded into GDB to extend its functionality.</a:t>
            </a:r>
          </a:p>
          <a:p>
            <a:r>
              <a:t>• This is done by configuring GDB using the --with-python option prior to building.</a:t>
            </a:r>
          </a:p>
          <a:p>
            <a:r>
              <a:t>   GDB has an API that exposes much of its internal state as Python objects.</a:t>
            </a:r>
          </a:p>
          <a:p>
            <a:r>
              <a:t>   This API allows defining custom GDB commands as scripts written in Python.</a:t>
            </a:r>
          </a:p>
          <a:p>
            <a:r>
              <a:t>   These extra commands include useful debugging aids such as tracepoints and pretty printers not in GDB.</a:t>
            </a:r>
          </a:p>
          <a:p>
            <a:r>
              <a:t>Building GDB with Python support</a:t>
            </a:r>
          </a:p>
          <a:p>
            <a:r>
              <a:t>• Set up Buildroot for remote debugging. Buildroot only supports embedding Python 2.7 inside GDB, which is</a:t>
            </a:r>
          </a:p>
          <a:p>
            <a:r>
              <a:t>  unfortunate, but better than no support for Python at all.</a:t>
            </a:r>
          </a:p>
          <a:p>
            <a:r>
              <a:t>• There are additional steps needed to enable Python support inside GDB.</a:t>
            </a:r>
          </a:p>
          <a:p>
            <a:r>
              <a:t>• a toolchain generated by Buildroot cannot be used to build GDB with Python support because it is missing</a:t>
            </a:r>
          </a:p>
          <a:p>
            <a:r>
              <a:t>  necessary thread support.</a:t>
            </a:r>
          </a:p>
          <a:p>
            <a:r>
              <a:t>• To build cross GDB for the host with Python support, perform the following steps:</a:t>
            </a:r>
          </a:p>
          <a:p>
            <a:r>
              <a:t>      1. Navigate to the directory where you installed Buildroot:</a:t>
            </a:r>
          </a:p>
          <a:p>
            <a:r>
              <a:t>         $ cd buildroot</a:t>
            </a:r>
          </a:p>
          <a:p>
            <a:r>
              <a:t>      2. Copy the configuration file for the board the image is being built for:</a:t>
            </a:r>
          </a:p>
          <a:p>
            <a:r>
              <a:t>         $ cd configs</a:t>
            </a:r>
          </a:p>
          <a:p>
            <a:r>
              <a:t>         $ cp raspberrypi4_64_defconfig rpi4_64_gdb_defconfig</a:t>
            </a:r>
          </a:p>
          <a:p>
            <a:r>
              <a:t>         $ cd ..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Native debugging</a:t>
            </a:r>
          </a:p>
          <a:p>
            <a:r>
              <a:t>• Running a native copy of GDB on the target is not as common as doing it remotely, but it is possible.</a:t>
            </a:r>
          </a:p>
          <a:p>
            <a:r>
              <a:t>• As well as installing GDB in the target image, it will also need unstripped copies of the executables being</a:t>
            </a:r>
          </a:p>
          <a:p>
            <a:r>
              <a:t>  debugged and the corresponding source code installed in the target image.</a:t>
            </a:r>
          </a:p>
          <a:p>
            <a:r>
              <a:t>• Both the Yocto Project and Buildroot allow doing this.</a:t>
            </a:r>
          </a:p>
          <a:p>
            <a:r>
              <a:t>• native debugging is not common activity for embedded developers; running profile and trace tools on target</a:t>
            </a:r>
          </a:p>
          <a:p>
            <a:r>
              <a:t>  is very common. These tools usually work best with unstripped binaries and source code on the target.</a:t>
            </a:r>
          </a:p>
          <a:p>
            <a:r>
              <a:t>• The Yocto Project</a:t>
            </a:r>
          </a:p>
          <a:p>
            <a:r>
              <a:t>• To begin with, add gdb to the target image by adding this to conf/local.conf:</a:t>
            </a:r>
          </a:p>
          <a:p>
            <a:r>
              <a:t>      EXTRA_IMAGE_FEATURES ?= "tools-debug dbg-pkgs“</a:t>
            </a:r>
          </a:p>
          <a:p>
            <a:r>
              <a:t>      need the debug information for the packages you want to debug.</a:t>
            </a:r>
          </a:p>
          <a:p>
            <a:r>
              <a:t>      Yocto Project builds debug variants of packages, which contain unstripped binaries and source code.</a:t>
            </a:r>
          </a:p>
          <a:p>
            <a:r>
              <a:t>      add debug packages selectively to target image by adding &lt;package name&gt;-dbg to conf/local.conf.</a:t>
            </a:r>
          </a:p>
          <a:p>
            <a:r>
              <a:t>      Or, simply install all debug packages by adding dbg-pkgs to EXTRA_IMAGE_FEATURES, as shown.</a:t>
            </a:r>
          </a:p>
          <a:p>
            <a:r>
              <a:t>      this will increase the size of the target image dramatically, perhaps by several hundreds of megabytes.</a:t>
            </a:r>
          </a:p>
          <a:p>
            <a:r>
              <a:t>• The source code is installed in /usr/src/debug/&lt;package name&gt; in the target image.</a:t>
            </a:r>
          </a:p>
          <a:p>
            <a:r>
              <a:t>  This means that GDB will pick it up without needing to run set substitute-path.</a:t>
            </a:r>
          </a:p>
          <a:p>
            <a:r>
              <a:t>  If the source is not needed, prevent it from being installed by adding this to your conf/local.conf file:</a:t>
            </a:r>
          </a:p>
          <a:p>
            <a:r>
              <a:t>• PACKAGE_DEBUG_SPLIT_STYLE = "debug-without-src"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Just-in-time debugging</a:t>
            </a:r>
          </a:p>
          <a:p>
            <a:r>
              <a:t>• Sometimes, a program will start to misbehave after it has been running for a while, and you would like to</a:t>
            </a:r>
          </a:p>
          <a:p>
            <a:r>
              <a:t>  know what it is doing.</a:t>
            </a:r>
          </a:p>
          <a:p>
            <a:r>
              <a:t>• The GDB attach feature does exactly this and, the author calls it just-in-time debugging.</a:t>
            </a:r>
          </a:p>
          <a:p>
            <a:r>
              <a:t>• It is available with both native and remote debug sessions.</a:t>
            </a:r>
          </a:p>
          <a:p>
            <a:r>
              <a:t>• In the case of remote debugging, find the PID of the process to be debugged and pass it to gdbserver with</a:t>
            </a:r>
          </a:p>
          <a:p>
            <a:r>
              <a:t>  the --attach option. For example, if the PID is 109, type this:</a:t>
            </a:r>
          </a:p>
          <a:p>
            <a:r>
              <a:t>       # gdbserver --attach :10000 109</a:t>
            </a:r>
          </a:p>
          <a:p>
            <a:r>
              <a:t>       Attached; pid = 109</a:t>
            </a:r>
          </a:p>
          <a:p>
            <a:r>
              <a:t>       Listening on port 10000</a:t>
            </a:r>
          </a:p>
          <a:p>
            <a:r>
              <a:t>• This forces the process to stop as if it were at a breakpoint, allowing you to start your cross GDB in the</a:t>
            </a:r>
          </a:p>
          <a:p>
            <a:r>
              <a:t>  normal way and connect to gdbserver.</a:t>
            </a:r>
          </a:p>
          <a:p>
            <a:r>
              <a:t>• When done, you can detach, allowing the program to continue running without the debugger:</a:t>
            </a:r>
          </a:p>
          <a:p>
            <a:r>
              <a:t>       (gdb) detach</a:t>
            </a:r>
          </a:p>
          <a:p>
            <a:r>
              <a:t>       Detaching from program:</a:t>
            </a:r>
          </a:p>
          <a:p>
            <a:r>
              <a:t>       /home/chris/MELP/helloworld/helloworld,</a:t>
            </a:r>
          </a:p>
          <a:p>
            <a:r>
              <a:t>       process 109</a:t>
            </a:r>
          </a:p>
          <a:p>
            <a:r>
              <a:t>       Ending remote debugging.</a:t>
            </a:r>
          </a:p>
          <a:p>
            <a:r>
              <a:t>• Attaching to a running process by PID is certainly handy, but what about multiprocess or multithreaded</a:t>
            </a:r>
          </a:p>
          <a:p>
            <a:r>
              <a:t>  programs? There are techniques for debugging those types of programs with GDB as well.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forks and threads</a:t>
            </a:r>
          </a:p>
          <a:p>
            <a:r>
              <a:t>• What happens when the program you are debugging forks?</a:t>
            </a:r>
          </a:p>
          <a:p>
            <a:r>
              <a:t>  Does the debug session follow the parent process or the child?</a:t>
            </a:r>
          </a:p>
          <a:p>
            <a:r>
              <a:t>• This behavior is controlled by follow-fork-mode, which may be parent or child, with parent being default.</a:t>
            </a:r>
          </a:p>
          <a:p>
            <a:r>
              <a:t>  Unfortunately, current versions (10.1) of gdbserver do not support it, so it only works for native debugging.</a:t>
            </a:r>
          </a:p>
          <a:p>
            <a:r>
              <a:t>• If really need to debug the child process while using gdbserver, a workaround is to modify the code so that</a:t>
            </a:r>
          </a:p>
          <a:p>
            <a:r>
              <a:t>  the child loops on a variable immediately after the fork, providing the opportunity to attach a new gdbserver</a:t>
            </a:r>
          </a:p>
          <a:p>
            <a:r>
              <a:t>  session to it and then to set the variable so that it drops out of the loop.</a:t>
            </a:r>
          </a:p>
          <a:p>
            <a:r>
              <a:t>• When a thread in a multithreaded process hits a breakpoint, the default behavior is for all threads to halt.</a:t>
            </a:r>
          </a:p>
          <a:p>
            <a:r>
              <a:t>• In most cases, this is the best thing to do as it allows looking at static variables without them being changed</a:t>
            </a:r>
          </a:p>
          <a:p>
            <a:r>
              <a:t>  by the other threads.</a:t>
            </a:r>
          </a:p>
          <a:p>
            <a:r>
              <a:t>• When the execution of the thread is restrarted, all the stopped threads start up, even if single-stepping, and</a:t>
            </a:r>
          </a:p>
          <a:p>
            <a:r>
              <a:t>  it is especially this situation that can cause problems.</a:t>
            </a:r>
          </a:p>
          <a:p>
            <a:r>
              <a:t>• There is a way to modify the way in which GDB handles stopped threads, through a parameter called</a:t>
            </a:r>
          </a:p>
          <a:p>
            <a:r>
              <a:t>  scheduler-locking.</a:t>
            </a:r>
          </a:p>
          <a:p>
            <a:r>
              <a:t>• Normally it is off, but if you set it to on, only the thread that was stopped at the breakpoint is resumed and</a:t>
            </a:r>
          </a:p>
          <a:p>
            <a:r>
              <a:t>  the others remain stopped, providing a chance to see what the thread alone does without interference.</a:t>
            </a:r>
          </a:p>
          <a:p>
            <a:r>
              <a:t>• This continues to be the case until scheduler-locking is turned off.</a:t>
            </a:r>
          </a:p>
          <a:p>
            <a:r>
              <a:t>• gdbserver supports this feature.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Core files</a:t>
            </a:r>
          </a:p>
          <a:p>
            <a:r>
              <a:t>• Core files capture the state of a failing program at the point that it terminates.</a:t>
            </a:r>
          </a:p>
          <a:p>
            <a:r>
              <a:t>• It does not need tracing with a debugger when the bug manifests itself.</a:t>
            </a:r>
          </a:p>
          <a:p>
            <a:r>
              <a:t>• So, when a Segmentation fault (core dumped) is seen, don’t shrug; investigate the core file and extract the</a:t>
            </a:r>
          </a:p>
          <a:p>
            <a:r>
              <a:t>  goldmine of information in there.</a:t>
            </a:r>
          </a:p>
          <a:p>
            <a:r>
              <a:t>• The first observation is that core files are not created by default, but only when the core file resource limit for</a:t>
            </a:r>
          </a:p>
          <a:p>
            <a:r>
              <a:t>  the process is non-zero.</a:t>
            </a:r>
          </a:p>
          <a:p>
            <a:r>
              <a:t>• change it for the current shell using ulimit -c.</a:t>
            </a:r>
          </a:p>
          <a:p>
            <a:r>
              <a:t>• To remove all limits on the size of core files, type the following command:</a:t>
            </a:r>
          </a:p>
          <a:p>
            <a:r>
              <a:t>• $ ulimit -c unlimited</a:t>
            </a:r>
          </a:p>
          <a:p>
            <a:r>
              <a:t>• By default, the core file is named core and is placed in the current working directory of the process, which is</a:t>
            </a:r>
          </a:p>
          <a:p>
            <a:r>
              <a:t>  the one pointed to by /proc/&lt;PID&gt;/cwd.</a:t>
            </a:r>
          </a:p>
          <a:p>
            <a:r>
              <a:t>• There are a number of problems with this scheme.</a:t>
            </a:r>
          </a:p>
          <a:p>
            <a:r>
              <a:t>• Firstly, when looking at a device with several files named core, it is not obvious which program generated</a:t>
            </a:r>
          </a:p>
          <a:p>
            <a:r>
              <a:t>  each one.</a:t>
            </a:r>
          </a:p>
          <a:p>
            <a:r>
              <a:t>• Secondly, the current working directory of the process may well be in a read-only filesystem, there may not</a:t>
            </a:r>
          </a:p>
          <a:p>
            <a:r>
              <a:t>  be enough space to store the core file, or the process may not have permissions to write to the current</a:t>
            </a:r>
          </a:p>
          <a:p>
            <a:r>
              <a:t>  working directory.</a:t>
            </a:r>
          </a:p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GDB to look at core files</a:t>
            </a:r>
          </a:p>
          <a:p>
            <a:r>
              <a:t>• Here is a sample GDB session looking at a core file:</a:t>
            </a:r>
          </a:p>
          <a:p>
            <a:r>
              <a:t>        $ arm-poky-linux-gnueabi-gdb sort-debug /home/chris/rootfs/corefiles/core.sortdebug.1431425613</a:t>
            </a:r>
          </a:p>
          <a:p>
            <a:r>
              <a:t>        […]</a:t>
            </a:r>
          </a:p>
          <a:p>
            <a:r>
              <a:t>        Core was generated by `./sort-debug'.</a:t>
            </a:r>
          </a:p>
          <a:p>
            <a:r>
              <a:t>        Program terminated with signal SIGSEGV, Segmentation fault.</a:t>
            </a:r>
          </a:p>
          <a:p>
            <a:r>
              <a:t>        #0 0x000085c8 in addtree (p=0x0, w=0xbeac4c60 "the") at sort-debug.c:41</a:t>
            </a:r>
          </a:p>
          <a:p>
            <a:r>
              <a:t>        41 p-&gt;word = strdup (w);</a:t>
            </a:r>
          </a:p>
          <a:p>
            <a:r>
              <a:t>• This shows that the program stopped at line 41. The list command shows the code in the vicinity:</a:t>
            </a:r>
          </a:p>
          <a:p>
            <a:r>
              <a:t>        (gdb) list</a:t>
            </a:r>
          </a:p>
          <a:p>
            <a:r>
              <a:t>        37 static struct tnode *addtree (struct tnode *p,</a:t>
            </a:r>
          </a:p>
          <a:p>
            <a:r>
              <a:t>        char *w)</a:t>
            </a:r>
          </a:p>
          <a:p>
            <a:r>
              <a:t>        38 {</a:t>
            </a:r>
          </a:p>
          <a:p>
            <a:r>
              <a:t>        39 int cond;</a:t>
            </a:r>
          </a:p>
          <a:p>
            <a:r>
              <a:t>        40</a:t>
            </a:r>
          </a:p>
          <a:p>
            <a:r>
              <a:t>        41 p-&gt;word = strdup (w);</a:t>
            </a:r>
          </a:p>
          <a:p>
            <a:r>
              <a:t>        42 p-&gt;count = 1;</a:t>
            </a:r>
          </a:p>
          <a:p>
            <a:r>
              <a:t>        43 p-&gt;left = NULL;</a:t>
            </a:r>
          </a:p>
          <a:p>
            <a:r>
              <a:t>        44 p-&gt;right = NULL;</a:t>
            </a:r>
          </a:p>
          <a:p>
            <a:r>
              <a:t>        45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kernel code</a:t>
            </a:r>
          </a:p>
          <a:p>
            <a:r>
              <a:t>• use kgdb for source-level debugging, similar to remote debugging with gdbserver. There is also a self-</a:t>
            </a:r>
          </a:p>
          <a:p>
            <a:r>
              <a:t>  hosted kernel debugger, kdb, that is handy for lighter-weight tasks such as seeing whether an instruction is</a:t>
            </a:r>
          </a:p>
          <a:p>
            <a:r>
              <a:t>  executed and getting the backtrace to find out how it got there. Finally, there are kernel Oops messages</a:t>
            </a:r>
          </a:p>
          <a:p>
            <a:r>
              <a:t>  and panics, which tell you a lot about the cause of a kernel exception.</a:t>
            </a:r>
          </a:p>
          <a:p>
            <a:r>
              <a:t>Debugging kernel code with kgdb</a:t>
            </a:r>
          </a:p>
          <a:p>
            <a:r>
              <a:t>• When looking at kernel code using a source debugger, remember that the kernel is a complex system, with</a:t>
            </a:r>
          </a:p>
          <a:p>
            <a:r>
              <a:t>  real-time behaviors. Don't expect debugging to be as easy as it is for applications.</a:t>
            </a:r>
          </a:p>
          <a:p>
            <a:r>
              <a:t>• Stepping through code that changes the memory mapping or switches context is likely to produce odd</a:t>
            </a:r>
          </a:p>
          <a:p>
            <a:r>
              <a:t>  results.</a:t>
            </a:r>
          </a:p>
          <a:p>
            <a:r>
              <a:t>• kgdb is the name given to the kernel GDB stubs that have been part of mainline Linux for many years now.</a:t>
            </a:r>
          </a:p>
          <a:p>
            <a:r>
              <a:t>  There is a user manual in the kernel DocBook, and an online version is at</a:t>
            </a:r>
          </a:p>
          <a:p>
            <a:r>
              <a:t>  https://www.kernel.org/doc/htmldocs/kgdb/index.html .</a:t>
            </a:r>
          </a:p>
          <a:p>
            <a:r>
              <a:t>• In most cases, connect to kgdb over the serial interface, which is usually shared with the serial console.</a:t>
            </a:r>
          </a:p>
          <a:p>
            <a:r>
              <a:t>• Hence, this implementation is called kgdboc, which is short for kgdb over console.</a:t>
            </a:r>
          </a:p>
          <a:p>
            <a:r>
              <a:t>• To work, it requires a platform tty driver that supports I/O polling instead of interrupts, since kgdb has to</a:t>
            </a:r>
          </a:p>
          <a:p>
            <a:r>
              <a:t>  disable interrupts when communicating with GDB.</a:t>
            </a:r>
          </a:p>
          <a:p>
            <a:r>
              <a:t>• A few platforms support kgdb over USB, and there have been versions that work over Ethernet but,</a:t>
            </a:r>
          </a:p>
          <a:p>
            <a:r>
              <a:t>  unfortunately, none of those have found their way into mainline Linux.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modules</a:t>
            </a:r>
          </a:p>
          <a:p>
            <a:r>
              <a:t>• Debugging kernel modules presents an additional challenge because the code is relocated at runtime, and</a:t>
            </a:r>
          </a:p>
          <a:p>
            <a:r>
              <a:t>  so you need to find out at what address it resides.</a:t>
            </a:r>
          </a:p>
          <a:p>
            <a:r>
              <a:t>• The information is presented through sysfs. The relocation addresses for each section of the module are</a:t>
            </a:r>
          </a:p>
          <a:p>
            <a:r>
              <a:t>  stored in /sys/module/&lt;module name&gt;/sections. Note that since ELF sections begin with a dot (.), they</a:t>
            </a:r>
          </a:p>
          <a:p>
            <a:r>
              <a:t>  appear as hidden files, and you will have to use ls -a if you want to list them.</a:t>
            </a:r>
          </a:p>
          <a:p>
            <a:r>
              <a:t>• The important ones are .text, .data, and .bss.</a:t>
            </a:r>
          </a:p>
          <a:p>
            <a:r>
              <a:t>  Take as an example a module named mbx:</a:t>
            </a:r>
          </a:p>
          <a:p>
            <a:r>
              <a:t>        # cat /sys/module/mbx/sections/.text</a:t>
            </a:r>
          </a:p>
          <a:p>
            <a:r>
              <a:t>        0xbf000000</a:t>
            </a:r>
          </a:p>
          <a:p>
            <a:r>
              <a:t>        # cat /sys/module/mbx/sections/.data</a:t>
            </a:r>
          </a:p>
          <a:p>
            <a:r>
              <a:t>        0xbf0003e8</a:t>
            </a:r>
          </a:p>
          <a:p>
            <a:r>
              <a:t>        # cat /sys/module/mbx/sections/.bss</a:t>
            </a:r>
          </a:p>
          <a:p>
            <a:r>
              <a:t>        0xbf0005c0</a:t>
            </a:r>
          </a:p>
          <a:p>
            <a:r>
              <a:t>        Now you can use these numbers in GDB to load the symbol table for the module at those addresses:</a:t>
            </a:r>
          </a:p>
          <a:p>
            <a:r>
              <a:t>        (gdb) add-symbol-file /home/chris/mbx-driver/mbx.ko 0xbf000000 \</a:t>
            </a:r>
          </a:p>
          <a:p>
            <a:r>
              <a:t>        -s .data 0xbf0003e8 -s .bss 0xbf0005c0</a:t>
            </a:r>
          </a:p>
          <a:p>
            <a:r>
              <a:t>        add symbol table from file "/home/chris/mbxdriver/mbx.ko" at</a:t>
            </a:r>
          </a:p>
          <a:p>
            <a:r>
              <a:t>        .text_addr = 0xbf000000</a:t>
            </a:r>
          </a:p>
          <a:p>
            <a:r>
              <a:t>        .data_addr = 0xbf0003e8</a:t>
            </a:r>
          </a:p>
          <a:p>
            <a:r>
              <a:t>        .bss_addr = 0xbf0005c0</a:t>
            </a:r>
          </a:p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Debugging kernel code with kdb</a:t>
            </a:r>
          </a:p>
          <a:p>
            <a:r>
              <a:t>• Although kdb does not have the features of kgdb and GDB, it does have its uses, and being selfhosted,</a:t>
            </a:r>
          </a:p>
          <a:p>
            <a:r>
              <a:t>  there are no external dependencies to worry about.</a:t>
            </a:r>
          </a:p>
          <a:p>
            <a:r>
              <a:t>• kdb has a simple command-line interface that you can use on a serial console. use it to inspect memory,</a:t>
            </a:r>
          </a:p>
          <a:p>
            <a:r>
              <a:t>  registers, process lists, and dmesg and even set breakpoints to stop at a certain location.</a:t>
            </a:r>
          </a:p>
          <a:p>
            <a:r>
              <a:t>• To configure your kernel so that you can call kdb via a serial console, enable kgdb as shown previously, and</a:t>
            </a:r>
          </a:p>
          <a:p>
            <a:r>
              <a:t>  then enable this additional option:</a:t>
            </a:r>
          </a:p>
          <a:p>
            <a:r>
              <a:t>         CONFIG_KGDB_KDB, which is in the KGDB: Kernel hacking | kernel debugger | KGDB_KDB:</a:t>
            </a:r>
          </a:p>
          <a:p>
            <a:r>
              <a:t>         Include kdb frontend for kgdb menu</a:t>
            </a:r>
          </a:p>
          <a:p>
            <a:r>
              <a:t>• Now, when you force the kernel into a trap, instead of entering into a GDB session, you will see the kdb</a:t>
            </a:r>
          </a:p>
          <a:p>
            <a:r>
              <a:t>  shell on the console:</a:t>
            </a:r>
          </a:p>
          <a:p>
            <a:r>
              <a:t>         # echo g &gt; /proc/sysrq-trigger</a:t>
            </a:r>
          </a:p>
          <a:p>
            <a:r>
              <a:t>         [ 42.971126] SysRq : DEBUG</a:t>
            </a:r>
          </a:p>
          <a:p>
            <a:r>
              <a:t>         Entering kdb (current=0xdf36c080, pid 83) due to</a:t>
            </a:r>
          </a:p>
          <a:p>
            <a:r>
              <a:t>         Keyboard Entry</a:t>
            </a:r>
          </a:p>
          <a:p>
            <a:r>
              <a:t>         kdb&gt;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Looking at an Oops</a:t>
            </a:r>
          </a:p>
          <a:p>
            <a:r>
              <a:t>• When the kernel performs an invalid memory access or executes an illegal instruction, a kernel Oops</a:t>
            </a:r>
          </a:p>
          <a:p>
            <a:r>
              <a:t>  message is written to the kernel log. The most useful part of this is the backtrace, and to show you how to</a:t>
            </a:r>
          </a:p>
          <a:p>
            <a:r>
              <a:t>  use the information there to locate the line of code that caused the fault. The author will also address the</a:t>
            </a:r>
          </a:p>
          <a:p>
            <a:r>
              <a:t>  problem of preserving Oops messages if they cause the system to crash.</a:t>
            </a:r>
          </a:p>
          <a:p>
            <a:r>
              <a:t>• This Oops message was generated by writing to the mailbox driver</a:t>
            </a:r>
          </a:p>
          <a:p>
            <a:r>
              <a:t>        Unable to handle kernel NULL pointer dereference at virtual address 00000004</a:t>
            </a:r>
          </a:p>
          <a:p>
            <a:r>
              <a:t>        pgd = dd064000</a:t>
            </a:r>
          </a:p>
          <a:p>
            <a:r>
              <a:t>        [00000004] *pgd=9e58a831, *pte=00000000,</a:t>
            </a:r>
          </a:p>
          <a:p>
            <a:r>
              <a:t>        *ppte=00000000</a:t>
            </a:r>
          </a:p>
          <a:p>
            <a:r>
              <a:t>        Internal error: Oops: 817 [#1] PREEMPT ARM</a:t>
            </a:r>
          </a:p>
          <a:p>
            <a:r>
              <a:t>        Modules linked in: mbx(O)</a:t>
            </a:r>
          </a:p>
          <a:p>
            <a:r>
              <a:t>        CPU: 0 PID: 408 Comm: sh Tainted: G O 4.8.12-yoctostandard</a:t>
            </a:r>
          </a:p>
          <a:p>
            <a:r>
              <a:t>        #1</a:t>
            </a:r>
          </a:p>
          <a:p>
            <a:r>
              <a:t>        Hardware name: Generic AM33XX (Flattened Device Tree)</a:t>
            </a:r>
          </a:p>
          <a:p>
            <a:r>
              <a:t>        task: dd2a6a00 task.stack: de596000</a:t>
            </a:r>
          </a:p>
          <a:p>
            <a:r>
              <a:t>        PC is at mbx_write+0x24/0xbc [mbx]</a:t>
            </a:r>
          </a:p>
          <a:p>
            <a:r>
              <a:t>        LR is at __vfs_write+0x28/0x48</a:t>
            </a:r>
          </a:p>
          <a:p>
            <a:r>
              <a:t>        pc : [&lt;bf0000f0&gt;] lr : [&lt;c024ff40&gt;] psr: 800e0013</a:t>
            </a:r>
          </a:p>
          <a:p>
            <a:r>
              <a:t>        sp : de597f18 ip : de597f38 fp : de597f34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Preserving an OOPs</a:t>
            </a:r>
          </a:p>
          <a:p>
            <a:r>
              <a:t>• Decoding an OOPs is only possible if you can capture it in the first place.</a:t>
            </a:r>
          </a:p>
          <a:p>
            <a:r>
              <a:t>• If the system crashes during boot before the console is enabled, or after a suspend, you won't see it.</a:t>
            </a:r>
          </a:p>
          <a:p>
            <a:r>
              <a:t>• There are mechanisms to log kernel Oops and messages to an MTD partition or to persistent memory, but</a:t>
            </a:r>
          </a:p>
          <a:p>
            <a:r>
              <a:t>   here is a simple technique that works in many cases and needs little prior thought.</a:t>
            </a:r>
          </a:p>
          <a:p>
            <a:r>
              <a:t>• So long as the contents of memory are not corrupted during a reset (and usually they are not), you can</a:t>
            </a:r>
          </a:p>
          <a:p>
            <a:r>
              <a:t>   reboot into the bootloader and use it to display memory.</a:t>
            </a:r>
          </a:p>
          <a:p>
            <a:r>
              <a:t>• You need to know the location of the kernel log buffer, remembering that it is a simple ring buffer of text</a:t>
            </a:r>
          </a:p>
          <a:p>
            <a:r>
              <a:t>   messages. The symbol is __log_buf. Look this up in System.map for the kernel:</a:t>
            </a:r>
          </a:p>
          <a:p>
            <a:r>
              <a:t>         $ grep __log_buf System.map</a:t>
            </a:r>
          </a:p>
          <a:p>
            <a:r>
              <a:t>         c0f72428 b __log_buf</a:t>
            </a:r>
          </a:p>
          <a:p>
            <a:r>
              <a:t>• Then, map that kernel logical address into a physical address that U-Boot can understand by subtracting</a:t>
            </a:r>
          </a:p>
          <a:p>
            <a:r>
              <a:t>   PAGE_OFFSET and adding the physical start of RAM.</a:t>
            </a:r>
          </a:p>
          <a:p>
            <a:r>
              <a:t>• PAGE_OFFSET is almost always 0xc0000000, and the start address of the RAM is 0x80000000 on a</a:t>
            </a:r>
          </a:p>
          <a:p>
            <a:r>
              <a:t>   BeagleBone, so the calculation becomes c0f72428 - 0xc0000000 + 0x80000000 = 80f72428.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Profiling and Tracing</a:t>
            </a:r>
          </a:p>
          <a:p>
            <a:r>
              <a:t>• Interactive debugging using a source-level debugger, provides an insight into the way a program works, but</a:t>
            </a:r>
          </a:p>
          <a:p>
            <a:r>
              <a:t>   it constrains the view to a small body of code. look at the larger picture of system performance.</a:t>
            </a:r>
          </a:p>
          <a:p>
            <a:r>
              <a:t>• Programmers, system designers are notoriously bad guessing where bottlenecks are. So, for performance</a:t>
            </a:r>
          </a:p>
          <a:p>
            <a:r>
              <a:t>   issues, start by looking at full system and then work down, using more sophisticated tools as needed.</a:t>
            </a:r>
          </a:p>
          <a:p>
            <a:r>
              <a:t>• top command is a means of getting an overview.</a:t>
            </a:r>
          </a:p>
          <a:p>
            <a:r>
              <a:t>• Often problem can be localized to a single program, which can be analyzed using the Linux profiler, perf.</a:t>
            </a:r>
          </a:p>
          <a:p>
            <a:r>
              <a:t>• If the problem is not so localized and you want to get a broader picture, perf can do that as well.</a:t>
            </a:r>
          </a:p>
          <a:p>
            <a:r>
              <a:t>• To diagnose problems associated with the kernel, the author will describe some trace tools, Ftrace, LTTng,</a:t>
            </a:r>
          </a:p>
          <a:p>
            <a:r>
              <a:t>   and BPF, as a means of gathering detailed information, and cover cover Valgrind, which, because of its</a:t>
            </a:r>
          </a:p>
          <a:p>
            <a:r>
              <a:t>   sandboxed execution environment, can monitor a program and report on code as it run; and, strace, which</a:t>
            </a:r>
          </a:p>
          <a:p>
            <a:r>
              <a:t>• reveals the execution of a program by tracing the system calls it makes.</a:t>
            </a:r>
          </a:p>
          <a:p/>
          <a:p>
            <a:r>
              <a:t>• the latest LTS release of Buildroot is installed by us, earlier.</a:t>
            </a:r>
          </a:p>
          <a:p>
            <a:r>
              <a:t>  Also, see Buildroot user manual https://buildroot.org/downloads/manual/manual.html</a:t>
            </a:r>
          </a:p>
          <a:p>
            <a:r>
              <a:t>• similarly latest LTS release of Yocto is installed earlier.</a:t>
            </a:r>
          </a:p>
          <a:p>
            <a:r>
              <a:t>  Also see the Compatible Linux Distribution and Build Host Packages sections of the Yocto Project Quick</a:t>
            </a:r>
          </a:p>
          <a:p>
            <a:r>
              <a:t>  Build guide https://www.yoctoproject.org/docs/current/briefyoctoprojectqs/brief-yoctoprojectqs.html</a:t>
            </a:r>
          </a:p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Profiling and Tracing</a:t>
            </a:r>
          </a:p>
          <a:p>
            <a:r>
              <a:t>• Before diving into the tools, let's talk about what the tools will show you.</a:t>
            </a:r>
          </a:p>
          <a:p>
            <a:r>
              <a:t>• As is the case in many fields, measuring a certain property affects the observation itself.</a:t>
            </a:r>
          </a:p>
          <a:p>
            <a:r>
              <a:t>   Measuring the electric current in a power supply line requires measuring voltage drop over a small resistor.</a:t>
            </a:r>
          </a:p>
          <a:p>
            <a:r>
              <a:t>   However, the resistor itself affects the current.</a:t>
            </a:r>
          </a:p>
          <a:p>
            <a:r>
              <a:t>• The same is true for profiling: every system observation has a cost in CPU cycles, and that resource is no</a:t>
            </a:r>
          </a:p>
          <a:p>
            <a:r>
              <a:t>   longer spent on the application.</a:t>
            </a:r>
          </a:p>
          <a:p>
            <a:r>
              <a:t>• Measurement tools also mess up caching behavior, eat memory space, and write to disk, which all make it</a:t>
            </a:r>
          </a:p>
          <a:p>
            <a:r>
              <a:t>   worse. There is no measurement without overhead.</a:t>
            </a:r>
          </a:p>
          <a:p/>
          <a:p>
            <a:r>
              <a:t>• The author cautions that engineers often say that the results of a profiling job were totally misleading.</a:t>
            </a:r>
          </a:p>
          <a:p>
            <a:r>
              <a:t>  It is usually because they were performing the measurements on something not approaching a real</a:t>
            </a:r>
          </a:p>
          <a:p>
            <a:r>
              <a:t>  situation.</a:t>
            </a:r>
          </a:p>
          <a:p>
            <a:r>
              <a:t>• Always try to measure on the target, using release builds of the software, with a valid dataset, using as few</a:t>
            </a:r>
          </a:p>
          <a:p>
            <a:r>
              <a:t>  extra services as possible.</a:t>
            </a:r>
          </a:p>
          <a:p>
            <a:r>
              <a:t>• A release build usually implies building fully optimized binaries without debug symbols.</a:t>
            </a:r>
          </a:p>
          <a:p>
            <a:r>
              <a:t>• These production requirements severely limit the functionality of most profiling tools.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 tables and compile flags</a:t>
            </a:r>
          </a:p>
          <a:p>
            <a:r>
              <a:t>• important to observe system in natural state, but tools need additional information to make sense of events.</a:t>
            </a:r>
          </a:p>
          <a:p>
            <a:r>
              <a:t>• Some tools require special kernel options - probably have to build and deploy a new kernel for these tests</a:t>
            </a:r>
          </a:p>
          <a:p>
            <a:r>
              <a:t>  e.g. perf, Ftrace, LTTng, and BPF.</a:t>
            </a:r>
          </a:p>
          <a:p>
            <a:r>
              <a:t>• Debug symbols are helpful in translating raw program addresses into function names and lines of code.</a:t>
            </a:r>
          </a:p>
          <a:p>
            <a:r>
              <a:t>• Deploying executables with debug symbols does not change the execution of the code, but requires having</a:t>
            </a:r>
          </a:p>
          <a:p>
            <a:r>
              <a:t>  copies of binaries and kernel compiled with debug information, at least for components being profiled.</a:t>
            </a:r>
          </a:p>
          <a:p>
            <a:r>
              <a:t>• Considerations, for a tool</a:t>
            </a:r>
          </a:p>
          <a:p>
            <a:r>
              <a:t>  • some work best when installed on the target system: perf, for example.</a:t>
            </a:r>
          </a:p>
          <a:p>
            <a:r>
              <a:t>  • that generates call graphs, compile with stack frames enabled.</a:t>
            </a:r>
          </a:p>
          <a:p>
            <a:r>
              <a:t>  • that assigns addresses with lines of code accurately, compile with low levels of optimization.</a:t>
            </a:r>
          </a:p>
          <a:p>
            <a:r>
              <a:t>  • that requires instrumentation to be inserted for capturing samples, recompile those components.</a:t>
            </a:r>
          </a:p>
          <a:p>
            <a:r>
              <a:t>• It applies to Ftrace and LTTng for the kernel.</a:t>
            </a:r>
          </a:p>
          <a:p>
            <a:r>
              <a:t>• Be aware that the more change to a system being observed,</a:t>
            </a:r>
          </a:p>
          <a:p>
            <a:r>
              <a:t>  the harder it is to relate it to measurements made on the production system.</a:t>
            </a:r>
          </a:p>
          <a:p>
            <a:r>
              <a:t>• best to adopt a wait-and-see approach, making changes only when the need is clear, and being mindful that</a:t>
            </a:r>
          </a:p>
          <a:p>
            <a:r>
              <a:t>  each time a change is done, it will change what is being measured.</a:t>
            </a:r>
          </a:p>
          <a:p>
            <a:r>
              <a:t>• Since the results of profiling can be ambiguous, start with simple, easy-to use tools that are readily available</a:t>
            </a:r>
          </a:p>
          <a:p>
            <a:r>
              <a:t>  before reaching for more complex and invasive instruments.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Symbol tables and compile flags</a:t>
            </a:r>
          </a:p>
          <a:p>
            <a:r>
              <a:t>• important to observe system in natural state, but tools need additional information to make sense of events.</a:t>
            </a:r>
          </a:p>
          <a:p>
            <a:r>
              <a:t>• Some tools require special kernel options - probably have to build and deploy a new kernel for these tests</a:t>
            </a:r>
          </a:p>
          <a:p>
            <a:r>
              <a:t>  e.g. perf, Ftrace, LTTng, and BPF.</a:t>
            </a:r>
          </a:p>
          <a:p>
            <a:r>
              <a:t>• Debug symbols are helpful in translating raw program addresses into function names and lines of code.</a:t>
            </a:r>
          </a:p>
          <a:p>
            <a:r>
              <a:t>• Deploying executables with debug symbols does not change the execution of the code, but requires having</a:t>
            </a:r>
          </a:p>
          <a:p>
            <a:r>
              <a:t>  copies of binaries and kernel compiled with debug information, at least for components being profiled.</a:t>
            </a:r>
          </a:p>
          <a:p>
            <a:r>
              <a:t>• Considerations, for a tool</a:t>
            </a:r>
          </a:p>
          <a:p>
            <a:r>
              <a:t>  • some work best when installed on the target system: perf, for example.</a:t>
            </a:r>
          </a:p>
          <a:p>
            <a:r>
              <a:t>  • that generates call graphs, compile with stack frames enabled.</a:t>
            </a:r>
          </a:p>
          <a:p>
            <a:r>
              <a:t>  • that assigns addresses with lines of code accurately, compile with low levels of optimization.</a:t>
            </a:r>
          </a:p>
          <a:p>
            <a:r>
              <a:t>  • that requires instrumentation to be inserted for capturing samples, recompile those components.</a:t>
            </a:r>
          </a:p>
          <a:p>
            <a:r>
              <a:t>• It applies to Ftrace and LTTng for the kernel.</a:t>
            </a:r>
          </a:p>
          <a:p>
            <a:r>
              <a:t>• Be aware that the more change to a system being observed,</a:t>
            </a:r>
          </a:p>
          <a:p>
            <a:r>
              <a:t>  the harder it is to relate it to measurements made on the production system.</a:t>
            </a:r>
          </a:p>
          <a:p>
            <a:r>
              <a:t>• best to adopt a wait-and-see approach, making changes only when the need is clear, and being mindful that</a:t>
            </a:r>
          </a:p>
          <a:p>
            <a:r>
              <a:t>  each time a change is done, it will change what is being measured.</a:t>
            </a:r>
          </a:p>
          <a:p>
            <a:r>
              <a:t>• Since the results of profiling can be ambiguous, start with simple, easy-to use tools that are readily available</a:t>
            </a:r>
          </a:p>
          <a:p>
            <a:r>
              <a:t>  before reaching for more complex and invasive instruments.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Profiling with top</a:t>
            </a:r>
          </a:p>
          <a:p>
            <a:r>
              <a:t>• top is a simple tool that doesn't require any special kernel options or symbol tables.</a:t>
            </a:r>
          </a:p>
          <a:p>
            <a:r>
              <a:t>• a basic version is in BusyBox while advanced version is in procps package, for Yocto Project and Buildroot.</a:t>
            </a:r>
          </a:p>
          <a:p>
            <a:r>
              <a:t>• consider using htop, which has functionally similar to top but has a nicer user interface.</a:t>
            </a:r>
          </a:p>
          <a:p>
            <a:r>
              <a:t>• focus on the summary line of top - second line in BusyBox and third line when using top from procps.</a:t>
            </a:r>
          </a:p>
          <a:p>
            <a:r>
              <a:t>• Here is an example, using BusyBox's top:</a:t>
            </a:r>
          </a:p>
          <a:p>
            <a:r>
              <a:t>         Mem: 57044K used, 446172K free, 40K shrd, 3352K buff, 34452K cached</a:t>
            </a:r>
          </a:p>
          <a:p>
            <a:r>
              <a:t>         CPU: 58% usr 4% sys 0% nic 0% idle 37% io 0% irq 0% sirq</a:t>
            </a:r>
          </a:p>
          <a:p>
            <a:r>
              <a:t>         Load average: 0.24 0.06 0.02 2/51 105</a:t>
            </a:r>
          </a:p>
          <a:p>
            <a:r>
              <a:t>         PID PPID USER STAT VSZ %VSZ %CPU COMMAND</a:t>
            </a:r>
          </a:p>
          <a:p>
            <a:r>
              <a:t>         105 104 root R 27912 6% 61% ffmpeg -i track2.wav</a:t>
            </a:r>
          </a:p>
          <a:p>
            <a:r>
              <a:t>         […]</a:t>
            </a:r>
          </a:p>
          <a:p>
            <a:r>
              <a:t>• summary line shows the percentage of time spent running in various states:</a:t>
            </a:r>
          </a:p>
          <a:p>
            <a:r>
              <a:t>• most of CPU time (58%) is in user mode, with small amount (4%) in sys so it is CPU-bound in user space.</a:t>
            </a:r>
          </a:p>
          <a:p>
            <a:r>
              <a:t>• The first line after the summary shows that just one application is responsible: ffmpeg.</a:t>
            </a:r>
          </a:p>
          <a:p>
            <a:r>
              <a:t>• So efforts toward reducing CPU usage should be directed there.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poor man's profiler - profile an application using GDB to stop it at arbitrary intervals to see what it is doing.</a:t>
            </a:r>
          </a:p>
          <a:p>
            <a:r>
              <a:t>• This is the poor man's profiler.</a:t>
            </a:r>
          </a:p>
          <a:p>
            <a:r>
              <a:t>• It is easy to set up and is one way of gathering profile data.</a:t>
            </a:r>
          </a:p>
          <a:p>
            <a:r>
              <a:t>• The procedure is simple:</a:t>
            </a:r>
          </a:p>
          <a:p>
            <a:r>
              <a:t>  1. Attach to process using gdbserver (for a remote debug) or GDB (for a native debug). The process stops.</a:t>
            </a:r>
          </a:p>
          <a:p>
            <a:r>
              <a:t>  2. Observe the function it stopped in. use the backtrace GDB command to see the call stack.</a:t>
            </a:r>
          </a:p>
          <a:p>
            <a:r>
              <a:t>  3. Type continue so that the program resumes.</a:t>
            </a:r>
          </a:p>
          <a:p>
            <a:r>
              <a:t>  4. After a while, press Ctrl + C to stop it again, and go back to step 2.</a:t>
            </a:r>
          </a:p>
          <a:p>
            <a:r>
              <a:t>• When steps 2 to 4 are repeated several times, it will provide an idea of whether it is looping or making</a:t>
            </a:r>
          </a:p>
          <a:p>
            <a:r>
              <a:t>  progress, and if you repeat them often enough, you will get an idea of where the hotspots in the code are.</a:t>
            </a:r>
          </a:p>
          <a:p>
            <a:r>
              <a:t>• There is a whole web page dedicated to this idea at http://poormansprofiler.org, together with scripts that</a:t>
            </a:r>
          </a:p>
          <a:p>
            <a:r>
              <a:t>  make it a little easier.</a:t>
            </a:r>
          </a:p>
          <a:p>
            <a:r>
              <a:t>• This technique has been used many times over the years with various operating systems and debuggers.</a:t>
            </a:r>
          </a:p>
          <a:p>
            <a:r>
              <a:t>• This is an example of statistical profiling, in which you sample the program state at intervals.</a:t>
            </a:r>
          </a:p>
          <a:p>
            <a:r>
              <a:t>• After a number of samples, you begin to learn the statistical likelihood of the functions being executed.</a:t>
            </a:r>
          </a:p>
          <a:p>
            <a:r>
              <a:t>• It is surprising how few you really need.</a:t>
            </a:r>
          </a:p>
          <a:p>
            <a:r>
              <a:t>• Other statistical profilers are perf record, OProfile, and gprof.</a:t>
            </a:r>
          </a:p>
          <a:p>
            <a:r>
              <a:t>• Sampling using a debugger is intrusive because the program is stopped for a significant period while</a:t>
            </a:r>
          </a:p>
          <a:p>
            <a:r>
              <a:t>  collecting the sample.</a:t>
            </a:r>
          </a:p>
          <a:p>
            <a:r>
              <a:t>• Other tools can do this with much lower overhead. One such tool is perf.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perf- part of kernel since Linux 2.6.31.</a:t>
            </a:r>
          </a:p>
          <a:p>
            <a:r>
              <a:t>• perf is abbreviation of Linux performance event counter subsystem, perf_events, with command-line.</a:t>
            </a:r>
          </a:p>
          <a:p>
            <a:r>
              <a:t>• plenty of useful information in Linux sources in tools/perf/Documentation and at https://perf.wiki.kernel.org.</a:t>
            </a:r>
          </a:p>
          <a:p>
            <a:r>
              <a:t>• initial impetus was for a unified way for accessing registers of performance measurement unit (PMU), that is</a:t>
            </a:r>
          </a:p>
          <a:p>
            <a:r>
              <a:t>   a part of most modern processor cores. As the API got defined and integrated into Linux, it became logical</a:t>
            </a:r>
          </a:p>
          <a:p>
            <a:r>
              <a:t>   to extend it to cover other types of performance counters.</a:t>
            </a:r>
          </a:p>
          <a:p>
            <a:r>
              <a:t>• At its heart, perf is a collection of event counters with rules about when they actively collect data.</a:t>
            </a:r>
          </a:p>
          <a:p>
            <a:r>
              <a:t>• Using these rules, data is captured from the whole system, just the kernel, or just one process and its</a:t>
            </a:r>
          </a:p>
          <a:p>
            <a:r>
              <a:t>   children, and do it across all CPUs or just one CPU. It is very flexible.</a:t>
            </a:r>
          </a:p>
          <a:p>
            <a:r>
              <a:t>• Using this one tool, you can start by looking at the whole system, then zero in on a device driver that seems</a:t>
            </a:r>
          </a:p>
          <a:p>
            <a:r>
              <a:t>   to be causing problems, an application that is running slowly, or a library function that is taking longer.</a:t>
            </a:r>
          </a:p>
          <a:p>
            <a:r>
              <a:t>• The code for the perf command-line tool is part of the kernel, in the tools/perf directory.</a:t>
            </a:r>
          </a:p>
          <a:p>
            <a:r>
              <a:t>• The tool and the kernel subsystem are developed hand in hand, meaning that they must be from the same</a:t>
            </a:r>
          </a:p>
          <a:p>
            <a:r>
              <a:t>   version of the kernel.</a:t>
            </a:r>
          </a:p>
          <a:p>
            <a:r>
              <a:t>• perf can do a lot. In this chapter, I will examine it only as a profiler.</a:t>
            </a:r>
          </a:p>
          <a:p>
            <a:r>
              <a:t>• For a description of its other capabilities, read the perf man pages and refer to the documentation.</a:t>
            </a:r>
          </a:p>
          <a:p>
            <a:r>
              <a:t>• In addition to debug symbols, there are two configuration options needed to fully enable perf in the kernel.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Tracing events.</a:t>
            </a:r>
          </a:p>
          <a:p>
            <a:r>
              <a:t>• It is</a:t>
            </a:r>
          </a:p>
          <a:p>
            <a:r>
              <a:t>   • more intrusive than statistical profiling and</a:t>
            </a:r>
          </a:p>
          <a:p>
            <a:r>
              <a:t>   • generates a large amount of data – which can be mitigated by applying filters when the sample is</a:t>
            </a:r>
          </a:p>
          <a:p>
            <a:r>
              <a:t>       captured and later on when viewing the trace.</a:t>
            </a:r>
          </a:p>
          <a:p>
            <a:r>
              <a:t>• tools seen so far all use statistical sampling.</a:t>
            </a:r>
          </a:p>
          <a:p>
            <a:r>
              <a:t>• To know more about the ordering of events so that you can see them and relate them to each other.</a:t>
            </a:r>
          </a:p>
          <a:p>
            <a:r>
              <a:t>• Function tracing involves instrumenting the code with tracepoints that capture information about the event,</a:t>
            </a:r>
          </a:p>
          <a:p>
            <a:r>
              <a:t>  and may include some or all of the following:</a:t>
            </a:r>
          </a:p>
          <a:p>
            <a:r>
              <a:t>         timestamp</a:t>
            </a:r>
          </a:p>
          <a:p>
            <a:r>
              <a:t>         Context, such as the current PID</a:t>
            </a:r>
          </a:p>
          <a:p>
            <a:r>
              <a:t>         Function parameters and return values</a:t>
            </a:r>
          </a:p>
          <a:p>
            <a:r>
              <a:t>         callstack</a:t>
            </a:r>
          </a:p>
          <a:p/>
          <a:p>
            <a:r>
              <a:t>• three trace tools here: the kernel function tracers Ftrace, LTTng, and BPF.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ftrace. - - kernel function tracer - ftrace</a:t>
            </a:r>
          </a:p>
          <a:p>
            <a:r>
              <a:t>• evolved from work done by Steven Rostedt and others as they tracked causes of high scheduling latency in</a:t>
            </a:r>
          </a:p>
          <a:p>
            <a:r>
              <a:t>    real-time applications. ftrace appeared in Linux 2.6.27 and has been actively developed since then.</a:t>
            </a:r>
          </a:p>
          <a:p>
            <a:r>
              <a:t>    Many documents describing kernel tracing are in kernel source in Documentation/trace.</a:t>
            </a:r>
          </a:p>
          <a:p>
            <a:r>
              <a:t>• Ftrace consists of a lot of tracers logging various types of activity in the kernel.</a:t>
            </a:r>
          </a:p>
          <a:p>
            <a:r>
              <a:t>    Here, the author is presenting function and function_graph tracers and the event tracepoints.</a:t>
            </a:r>
          </a:p>
          <a:p>
            <a:r>
              <a:t>    In next chapter, Real-Time Programming, the authors will revisit Ftrace and show real-time latencies.</a:t>
            </a:r>
          </a:p>
          <a:p>
            <a:r>
              <a:t>• function tracer instruments each kernel function so that calls can be recorded and timestamped.</a:t>
            </a:r>
          </a:p>
          <a:p>
            <a:r>
              <a:t>  • it compiles the kernel with the -pg switch to inject instrumentation.</a:t>
            </a:r>
          </a:p>
          <a:p>
            <a:r>
              <a:t>• function_graph tracer takes it further and records both entry and exit pts of functions to create a call graph.</a:t>
            </a:r>
          </a:p>
          <a:p>
            <a:r>
              <a:t>  event tracepoints feature also records parameters associated with the call.</a:t>
            </a:r>
          </a:p>
          <a:p>
            <a:r>
              <a:t>• ftrace has a very embedded-friendly user interface that is entirely implemented through virtual files in the</a:t>
            </a:r>
          </a:p>
          <a:p>
            <a:r>
              <a:t>  debugfs filesystem, meaning that you do not have to install any tools on the target to make it work.</a:t>
            </a:r>
          </a:p>
          <a:p>
            <a:r>
              <a:t>• there are other user interfaces: trace-cmd is a command-line tool that records and views traces and is</a:t>
            </a:r>
          </a:p>
          <a:p>
            <a:r>
              <a:t>  available in Buildroot (BR2_PACKAGE_TRACE_CMD) and the Yocto Project (trace-cmd).</a:t>
            </a:r>
          </a:p>
          <a:p>
            <a:r>
              <a:t>  a graphical trace viewer named KernelShark that is available as a package for the Yocto Project.</a:t>
            </a:r>
          </a:p>
          <a:p>
            <a:r>
              <a:t>• Like perf, enabling Ftrace requires setting certain kernel configuration options.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LTTng</a:t>
            </a:r>
          </a:p>
          <a:p>
            <a:r>
              <a:t>• The Linux Trace Toolkit (LTT) project was started by Karim Yaghmour as a means of tracing kernel activity</a:t>
            </a:r>
          </a:p>
          <a:p>
            <a:r>
              <a:t>  and was one of the first trace tools generally available for the Linux kernel.</a:t>
            </a:r>
          </a:p>
          <a:p>
            <a:r>
              <a:t>• Later, Mathieu Desnoyers took up the idea and reimplemented it as a next-generation trace tool, LTTng.</a:t>
            </a:r>
          </a:p>
          <a:p>
            <a:r>
              <a:t>• It was then expanded to cover user space traces as well as the kernel.</a:t>
            </a:r>
          </a:p>
          <a:p>
            <a:r>
              <a:t>• The project website is at https://lttng.org/ and contains a comprehensive user manual.</a:t>
            </a:r>
          </a:p>
          <a:p>
            <a:r>
              <a:t>• LTTng consists of three components:</a:t>
            </a:r>
          </a:p>
          <a:p>
            <a:r>
              <a:t>  • A core session manager</a:t>
            </a:r>
          </a:p>
          <a:p>
            <a:r>
              <a:t>  • A kernel tracer implemented as a group of kernel modules</a:t>
            </a:r>
          </a:p>
          <a:p>
            <a:r>
              <a:t>  • A user space tracer implemented as a library</a:t>
            </a:r>
          </a:p>
          <a:p/>
          <a:p>
            <a:r>
              <a:t>• In addition to those, it will need a trace viewer such as Babeltrace (https://babeltrace.org) or the Eclipse</a:t>
            </a:r>
          </a:p>
          <a:p>
            <a:r>
              <a:t>  Trace Compass plugin to display and filter the raw trace data on the host or target.</a:t>
            </a:r>
          </a:p>
          <a:p>
            <a:r>
              <a:t>• LTTng requires a kernel configured with CONFIG_TRACEPOINTS, which is enabled when you select</a:t>
            </a:r>
          </a:p>
          <a:p>
            <a:r>
              <a:t>  Kernel hacking | Tracers | Kernel Function Tracer.</a:t>
            </a:r>
          </a:p>
          <a:p>
            <a:r>
              <a:t>• Below refers to LTTng version 2.5.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BPF</a:t>
            </a:r>
          </a:p>
          <a:p>
            <a:r>
              <a:t>• BPF (Berkeley Packet Filter) was first introduced in 1992 to capture, filter, and analyze network traffic.</a:t>
            </a:r>
          </a:p>
          <a:p>
            <a:r>
              <a:t>• In 2013, Alexi Starovoitov undertook a rewrite of BPF with help from Daniel Borkmann, and their work, then</a:t>
            </a:r>
          </a:p>
          <a:p>
            <a:r>
              <a:t>  known as eBPF (extended BPF), was merged into kernel in 2014 - available since Linux 3.15.</a:t>
            </a:r>
          </a:p>
          <a:p>
            <a:r>
              <a:t>• BPF provides a sandboxed execution environment for running programs inside the Linux kernel.</a:t>
            </a:r>
          </a:p>
          <a:p>
            <a:r>
              <a:t>• BPF programs are written in C and are just-in-time (JIT) compiled to native/byte code. the intermediate</a:t>
            </a:r>
          </a:p>
          <a:p>
            <a:r>
              <a:t>  BPF bytecode must pass through a series of safety checks so that a program does not crash the kernel.</a:t>
            </a:r>
          </a:p>
          <a:p>
            <a:r>
              <a:t>• Despite networking origins, BPF is now a general-purpose virtual machine running inside the Linux kernel.</a:t>
            </a:r>
          </a:p>
          <a:p>
            <a:r>
              <a:t>• As small programs can be run on kernel and application events, BPF is the most powerful tracer for Linux.</a:t>
            </a:r>
          </a:p>
          <a:p>
            <a:r>
              <a:t>• Like what cgroups did for containerized deployments, BPF has revolutionizes observability by enabling</a:t>
            </a:r>
          </a:p>
          <a:p>
            <a:r>
              <a:t>  users to fully instrument production systems.</a:t>
            </a:r>
          </a:p>
          <a:p>
            <a:r>
              <a:t>• Netflix and Facebook make extensive use of BPF across their microservices and cloud infrastructure for</a:t>
            </a:r>
          </a:p>
          <a:p>
            <a:r>
              <a:t>  performance analysis and thwarting distributed denial of service (DDoS) attacks.</a:t>
            </a:r>
          </a:p>
          <a:p>
            <a:r>
              <a:t>• The tooling around BPF is evolving, with BPF Compiler Collection (BCC) and bpftrace establishing</a:t>
            </a:r>
          </a:p>
          <a:p>
            <a:r>
              <a:t>  themselves as the two most prominent frontends.</a:t>
            </a:r>
          </a:p>
          <a:p>
            <a:r>
              <a:t>• Brendan Gregg was deeply involved in both projects and has written about BPF extensively in his book BPF</a:t>
            </a:r>
          </a:p>
          <a:p>
            <a:r>
              <a:t>  Performance Tools: Linux System and Application Observability, Addison-Wesley.</a:t>
            </a:r>
          </a:p>
          <a:p>
            <a:r>
              <a:t>• With so many possibilities covering such a vast scope, a new technology such as BPF gets overwhelming.</a:t>
            </a:r>
          </a:p>
          <a:p>
            <a:r>
              <a:t>  But much like cgroups, no need to understand how BPF works to start making use of it.</a:t>
            </a:r>
          </a:p>
          <a:p>
            <a:r>
              <a:t>• BCC comes with several ready-made tools and examples that can be simply run from the command line.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Valgrind</a:t>
            </a:r>
          </a:p>
          <a:p>
            <a:r>
              <a:t>• Valgrind is a tool for identifying memory problems using the memcheck tool.</a:t>
            </a:r>
          </a:p>
          <a:p>
            <a:r>
              <a:t>• Valgrind has other useful tools for application profiling such as Callgrind and Helgrind.</a:t>
            </a:r>
          </a:p>
          <a:p>
            <a:r>
              <a:t>• Since Valgrind works by running the code in a sandbox, it can check the code as it runs and report certain</a:t>
            </a:r>
          </a:p>
          <a:p>
            <a:r>
              <a:t>  behaviors, which native tracers and profilers cannot do.</a:t>
            </a:r>
          </a:p>
          <a:p>
            <a:r>
              <a:t>Callgrind</a:t>
            </a:r>
          </a:p>
          <a:p>
            <a:r>
              <a:t>• Callgrind is a call graph-generating profiler that also collects information about processor cache hit rate and</a:t>
            </a:r>
          </a:p>
          <a:p>
            <a:r>
              <a:t>  branch prediction. Callgrind is only useful if the bottleneck is CPU-bound. It's not useful if heavy I/O or</a:t>
            </a:r>
          </a:p>
          <a:p>
            <a:r>
              <a:t>  multiple processes are involved.</a:t>
            </a:r>
          </a:p>
          <a:p>
            <a:r>
              <a:t>• Valgrind does not require kernel configuration, but it does need debug symbols.</a:t>
            </a:r>
          </a:p>
          <a:p>
            <a:r>
              <a:t>• It is available as a target package in both the Yocto Project and Buildroot</a:t>
            </a:r>
          </a:p>
          <a:p>
            <a:r>
              <a:t>          (BR2_PACKAGE_VALGRIND).</a:t>
            </a:r>
          </a:p>
          <a:p>
            <a:r>
              <a:t>• run Callgrind in Valgrind on the target:</a:t>
            </a:r>
          </a:p>
          <a:p>
            <a:r>
              <a:t>          # valgrind --tool=callgrind &lt;program&gt;</a:t>
            </a:r>
          </a:p>
          <a:p>
            <a:r>
              <a:t>• a file called callgrind.out.&lt;PID&gt; is created, which is copied to the host and analyze with callgrind_annotate.</a:t>
            </a:r>
          </a:p>
          <a:p>
            <a:r>
              <a:t>• The default is to capture data for all the threads together in a single file.</a:t>
            </a:r>
          </a:p>
          <a:p>
            <a:r>
              <a:t>  add the --separate-threads=yes option when capturing, there will be profiles for each of the threads in files</a:t>
            </a:r>
          </a:p>
          <a:p>
            <a:r>
              <a:t>  named callgrind.out.&lt;PID&gt;-&lt;thread id&gt;, for example, callgrind.out.122-01 and callgrind.out.122-02.</a:t>
            </a:r>
          </a:p>
          <a:p>
            <a:r>
              <a:t>• Callgrind can simulate the processor L1/L2 cache and report on cache misses.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strace</a:t>
            </a:r>
          </a:p>
          <a:p>
            <a:r>
              <a:t>• It is a very simple tracer that captures system calls made by a program and, optionally, its children.</a:t>
            </a:r>
          </a:p>
          <a:p>
            <a:r>
              <a:t>• use it to do the following:</a:t>
            </a:r>
          </a:p>
          <a:p>
            <a:r>
              <a:t>          Learn which system calls a program makes.</a:t>
            </a:r>
          </a:p>
          <a:p>
            <a:r>
              <a:t>          Find those system calls that fail, together with the error code. I find this useful if a program fails to</a:t>
            </a:r>
          </a:p>
          <a:p>
            <a:r>
              <a:t>          start but doesn't print an error message or if the message is too general.</a:t>
            </a:r>
          </a:p>
          <a:p>
            <a:r>
              <a:t>          Find which files a program opens.</a:t>
            </a:r>
          </a:p>
          <a:p>
            <a:r>
              <a:t>          Find out which syscalls a running program is making, for example, to see whether it is stuck in a loop.</a:t>
            </a:r>
          </a:p>
          <a:p>
            <a:r>
              <a:t>• There are many more examples online; just search for strace tips and tricks .</a:t>
            </a:r>
          </a:p>
          <a:p>
            <a:r>
              <a:t>• Everybody has their own favorite story, for example, https://alexbilson.dev/posts/stracedebug/.</a:t>
            </a:r>
          </a:p>
          <a:p>
            <a:r>
              <a:t>• strace uses the ptrace(2) function to hook calls as they are made from user space to the kernel.</a:t>
            </a:r>
          </a:p>
          <a:p>
            <a:r>
              <a:t>• If you want to know more about how ptrace works, the manual page is detailed and surprisingly readable.</a:t>
            </a:r>
          </a:p>
          <a:p>
            <a:r>
              <a:t>• The simplest way to get a trace is to run the command as a parameter to strace, as shown here (the listing</a:t>
            </a:r>
          </a:p>
          <a:p>
            <a:r>
              <a:t>  has been edited to make it clearer):</a:t>
            </a:r>
          </a:p>
          <a:p>
            <a:r>
              <a:t>          # strace ./helloworld</a:t>
            </a:r>
          </a:p>
          <a:p>
            <a:r>
              <a:t>          execve("./helloworld", ["./helloworld"], [/* 14 vars */]) = 0</a:t>
            </a:r>
          </a:p>
          <a:p>
            <a:r>
              <a:t>          brk(0) = 0x11000</a:t>
            </a:r>
          </a:p>
          <a:p>
            <a:r>
              <a:t>          uname({sys="Linux", node="beaglebone", ...}) = 0</a:t>
            </a:r>
          </a:p>
          <a:p>
            <a:r>
              <a:t>          mmap2(NULL, 4096, PROT_READ|PROT_WRITE, MAP_PRIVATE|MAP_ANONYMOUS, -1, 0) =</a:t>
            </a:r>
          </a:p>
          <a:p>
            <a:r>
              <a:t>          0xb6f40000</a:t>
            </a:r>
          </a:p>
          <a:p>
            <a:r>
              <a:t>          access("/etc/ld.so.preload", R_OK) = -1 ENOENT (No such file or directory)</a:t>
            </a:r>
          </a:p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Managing Memory</a:t>
            </a:r>
          </a:p>
          <a:p>
            <a:r>
              <a:t>• issues related to memory management, which is an important topic for any Linux system but especially for</a:t>
            </a:r>
          </a:p>
          <a:p>
            <a:r>
              <a:t>   embedded Linux, where system memory is usually in limited supply.</a:t>
            </a:r>
          </a:p>
          <a:p>
            <a:r>
              <a:t>topics</a:t>
            </a:r>
          </a:p>
          <a:p>
            <a:r>
              <a:t>• What is virtual memory,</a:t>
            </a:r>
          </a:p>
          <a:p>
            <a:r>
              <a:t>• how to measure memory usage,</a:t>
            </a:r>
          </a:p>
          <a:p>
            <a:r>
              <a:t>• how to detect problems with memory allocation, including memory leaks, and</a:t>
            </a:r>
          </a:p>
          <a:p>
            <a:r>
              <a:t>• what happens when out of memory.</a:t>
            </a:r>
          </a:p>
          <a:p>
            <a:r>
              <a:t>• understand the tools that are available, from simple tools such as free and top, to complex ones such as</a:t>
            </a:r>
          </a:p>
          <a:p>
            <a:r>
              <a:t>   mtrace and Valgrind.</a:t>
            </a:r>
          </a:p>
          <a:p>
            <a:r>
              <a:t>• learn the difference between kernel and user space memory, and</a:t>
            </a:r>
          </a:p>
          <a:p>
            <a:r>
              <a:t>• how the kernel maps physical pages of memory to the address space of a process.</a:t>
            </a:r>
          </a:p>
          <a:p>
            <a:r>
              <a:t>• locate and read the memory maps for individual processes under the proc filesystem.</a:t>
            </a:r>
          </a:p>
          <a:p>
            <a:r>
              <a:t>• see how the mmap system call can be used to map a program's memory to a file, so that it can allocate</a:t>
            </a:r>
          </a:p>
          <a:p>
            <a:r>
              <a:t>   memory in bulk or share it with another process.</a:t>
            </a:r>
          </a:p>
          <a:p>
            <a:r>
              <a:t>• use ps to measure per-process memory usage before moving on to more accurate tools such as smem and</a:t>
            </a:r>
          </a:p>
          <a:p>
            <a:r>
              <a:t>   ps_mem.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Virtual memory basics</a:t>
            </a:r>
          </a:p>
          <a:p>
            <a:r>
              <a:t>• Linux configures the memory management unit (MMU) of the CPU to present a virtual address space to a</a:t>
            </a:r>
          </a:p>
          <a:p>
            <a:r>
              <a:t>   running program that begins at zero and ends at the highest address, 0xffffffff, on a 32-bit processor.</a:t>
            </a:r>
          </a:p>
          <a:p>
            <a:r>
              <a:t>• This address space is divided into pages of 4 KB by default. If 4 KB pages are too small for an application,</a:t>
            </a:r>
          </a:p>
          <a:p>
            <a:r>
              <a:t>   then configure the kernel to use HugePages, reducing the amount of system resources needed to access</a:t>
            </a:r>
          </a:p>
          <a:p>
            <a:r>
              <a:t>   page table entries and increasing the Translation Lookaside Buffer (TLB) hit ratio.</a:t>
            </a:r>
          </a:p>
          <a:p>
            <a:r>
              <a:t>• Linux divides virtual address space into an area for applications, called user space, and kernel space.</a:t>
            </a:r>
          </a:p>
          <a:p>
            <a:r>
              <a:t>• The split between the two is set by a kernel configuration parameter named PAGE_OFFSET.</a:t>
            </a:r>
          </a:p>
          <a:p>
            <a:r>
              <a:t>• In a typical 32-bit embedded system, PAGE_OFFSET is 0xc0000000, giving the lower 3 gigabytes to user</a:t>
            </a:r>
          </a:p>
          <a:p>
            <a:r>
              <a:t>   space and the top gigabyte to kernel space.</a:t>
            </a:r>
          </a:p>
          <a:p>
            <a:r>
              <a:t>• user address space is per process so that each process runs in a sandbox, separated from others.</a:t>
            </a:r>
          </a:p>
          <a:p>
            <a:r>
              <a:t>• The kernel address space is the same for all processes, as there is only one kernel.</a:t>
            </a:r>
          </a:p>
          <a:p>
            <a:r>
              <a:t>• Pages in virtual address space are mapped to physical addresses by MMU - page tables perform mapping.</a:t>
            </a:r>
          </a:p>
          <a:p>
            <a:r>
              <a:t>• Each page of virtual memory may be unmapped or mapped as follows:</a:t>
            </a:r>
          </a:p>
          <a:p>
            <a:r>
              <a:t>      • Unmapped, so that trying to access these addresses will result in a SIGSEGV.</a:t>
            </a:r>
          </a:p>
          <a:p>
            <a:r>
              <a:t>      • Mapped to a page of physical memory that is private to the process.</a:t>
            </a:r>
          </a:p>
          <a:p>
            <a:r>
              <a:t>      • Mapped to a page of physical memory that is shared with other processes.</a:t>
            </a:r>
          </a:p>
          <a:p>
            <a:r>
              <a:t>      • Mapped and shared with a copy on write (CoW) flag set: a write is trapped in kernel, which makes a</a:t>
            </a:r>
          </a:p>
          <a:p>
            <a:r>
              <a:t>         copy of page and maps it to the process in place of original page before allowing write to take place.</a:t>
            </a:r>
          </a:p>
          <a:p>
            <a:r>
              <a:t>      • Mapped to a page of physical memory that is used by the kernel.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Kernel space memory layout</a:t>
            </a:r>
          </a:p>
          <a:p>
            <a:r>
              <a:t>• Kernel memory is managed in a fairly straightforward way. It is not demandpaged, which means that for</a:t>
            </a:r>
          </a:p>
          <a:p>
            <a:r>
              <a:t>  every allocation using kmalloc() or similar function, there is real physical memory.</a:t>
            </a:r>
          </a:p>
          <a:p>
            <a:r>
              <a:t>• Kernel memory is never discarded or paged out.</a:t>
            </a:r>
          </a:p>
          <a:p>
            <a:r>
              <a:t>• Some architectures show a summary of the memory mapping at boot time in the kernel log messages.</a:t>
            </a:r>
          </a:p>
          <a:p>
            <a:r>
              <a:t>• This trace is taken from a 32-bit Arm device (a BeagleBone Black):</a:t>
            </a:r>
          </a:p>
          <a:p>
            <a:r>
              <a:t>         Memory: 511MB = 511MB total</a:t>
            </a:r>
          </a:p>
          <a:p>
            <a:r>
              <a:t>         Memory: 505980k/505980k available, 18308k reserved, 0K highmem</a:t>
            </a:r>
          </a:p>
          <a:p>
            <a:r>
              <a:t>         Virtual kernel memory layout:</a:t>
            </a:r>
          </a:p>
          <a:p>
            <a:r>
              <a:t>         vector : 0xffff0000 - 0xffff1000 ( 4 kB)</a:t>
            </a:r>
          </a:p>
          <a:p>
            <a:r>
              <a:t>         fixmap : 0xfff00000 - 0xfffe0000 ( 896 kB)</a:t>
            </a:r>
          </a:p>
          <a:p>
            <a:r>
              <a:t>         vmalloc : 0xe0800000 - 0xff000000 ( 488 MB)</a:t>
            </a:r>
          </a:p>
          <a:p>
            <a:r>
              <a:t>         lowmem : 0xc0000000 - 0xe0000000 ( 512 MB)</a:t>
            </a:r>
          </a:p>
          <a:p>
            <a:r>
              <a:t>         pkmap : 0xbfe00000 - 0xc0000000 ( 2 MB)</a:t>
            </a:r>
          </a:p>
          <a:p>
            <a:r>
              <a:t>         modules : 0xbf800000 - 0xbfe00000 ( 6 MB)</a:t>
            </a:r>
          </a:p>
          <a:p>
            <a:r>
              <a:t>         .text : 0xc0008000 - 0xc0763c90 (7536 kB)</a:t>
            </a:r>
          </a:p>
          <a:p>
            <a:r>
              <a:t>         .init : 0xc0764000 - 0xc079f700 ( 238 kB)</a:t>
            </a:r>
          </a:p>
          <a:p>
            <a:r>
              <a:t>         .data : 0xc07a0000 - 0xc0827240 ( 541 kB)</a:t>
            </a:r>
          </a:p>
          <a:p>
            <a:r>
              <a:t>         .bss : 0xc0827240 - 0xc089e940 ( 478 kB)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User space memory layout</a:t>
            </a:r>
          </a:p>
          <a:p>
            <a:r>
              <a:t>• Linux employs a lazy allocation strategy for user space, only mapping physical pages of memory when the</a:t>
            </a:r>
          </a:p>
          <a:p>
            <a:r>
              <a:t>  program accesses it. For example, allocating a buffer of 1 MB using malloc(3) returns a pointer to a block of</a:t>
            </a:r>
          </a:p>
          <a:p>
            <a:r>
              <a:t>  memory addresses but no actual physical memory.</a:t>
            </a:r>
          </a:p>
          <a:p>
            <a:r>
              <a:t>• A flag is set in the page table entries such that any read or write access is trapped by the kernel.</a:t>
            </a:r>
          </a:p>
          <a:p>
            <a:r>
              <a:t>• This is known as a page fault.</a:t>
            </a:r>
          </a:p>
          <a:p>
            <a:r>
              <a:t>• Only at this point does the kernel attempt to find a page of physical memory and add it to the page table</a:t>
            </a:r>
          </a:p>
          <a:p>
            <a:r>
              <a:t>  mapping for the process. It is worthwhile demonstrating this with a simple program,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process memory map</a:t>
            </a:r>
          </a:p>
          <a:p>
            <a:r>
              <a:t>• Each running process in user space has a process map that we can inspect.</a:t>
            </a:r>
          </a:p>
          <a:p>
            <a:r>
              <a:t>• These memory maps tell us how a program's memory is allocated and what shared libraries it is linked to.</a:t>
            </a:r>
          </a:p>
          <a:p>
            <a:r>
              <a:t>• See the memory map for a process through the proc filesystem.</a:t>
            </a:r>
          </a:p>
          <a:p>
            <a:r>
              <a:t>  As an example, here is the map for the init process, PID 1:</a:t>
            </a:r>
          </a:p>
          <a:p>
            <a:r>
              <a:t>        # cat /proc/1/maps</a:t>
            </a:r>
          </a:p>
          <a:p>
            <a:r>
              <a:t>        00008000-0000e000 r-xp 00000000 00:0b 23281745 /sbin/init</a:t>
            </a:r>
          </a:p>
          <a:p>
            <a:r>
              <a:t>        00016000-00017000 rwxp 00006000 00:0b 23281745 /sbin/init</a:t>
            </a:r>
          </a:p>
          <a:p>
            <a:r>
              <a:t>        00017000-00038000 rwxp 00000000 00:00 0 [heap]</a:t>
            </a:r>
          </a:p>
          <a:p>
            <a:r>
              <a:t>        b6ded000-b6f1d000 r-xp 00000000 00:0b 23281695 /lib/libc-2.19.so</a:t>
            </a:r>
          </a:p>
          <a:p>
            <a:r>
              <a:t>        b6f1d000-b6f24000 ---p 00130000 00:0b 23281695 /lib/libc-2.19.so</a:t>
            </a:r>
          </a:p>
          <a:p>
            <a:r>
              <a:t>        b6f24000-b6f26000 r-xp 0012f000 00:0b 23281695 /lib/libc-2.19.so</a:t>
            </a:r>
          </a:p>
          <a:p>
            <a:r>
              <a:t>        b6f26000-b6f27000 rwxp 00131000 00:0b 23281695 /lib/libc-2.19.so</a:t>
            </a:r>
          </a:p>
          <a:p>
            <a:r>
              <a:t>        b6f27000-b6f2a000 rwxp 00000000 00:00 0</a:t>
            </a:r>
          </a:p>
          <a:p>
            <a:r>
              <a:t>        b6f2a000-b6f49000 r-xp 00000000 00:0b 23281359 /lib/ld-2.19.so</a:t>
            </a:r>
          </a:p>
          <a:p>
            <a:r>
              <a:t>        b6f4c000-b6f4e000 rwxp 00000000 00:00 0</a:t>
            </a:r>
          </a:p>
          <a:p>
            <a:r>
              <a:t>        b6f4f000-b6f50000 r-xp 00000000 00:00 0 [sigpage]</a:t>
            </a:r>
          </a:p>
          <a:p>
            <a:r>
              <a:t>        b6f50000-b6f51000 r-xp 0001e000 00:0b 23281359 /lib/ld-2.19.so</a:t>
            </a:r>
          </a:p>
          <a:p>
            <a:r>
              <a:t>        b6f51000-b6f52000 rwxp 0001f000 00:0b 23281359 /lib/ld-2.19.so</a:t>
            </a:r>
          </a:p>
          <a:p>
            <a:r>
              <a:t>        beea1000-beec2000 rw-p 00000000 00:00 0 [stack]</a:t>
            </a:r>
          </a:p>
          <a:p>
            <a:r>
              <a:t>        ffff0000-ffff1000 r-xp 00000000 00:00 0 [vectors]</a:t>
            </a:r>
          </a:p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Swapping</a:t>
            </a:r>
          </a:p>
          <a:p>
            <a:r>
              <a:t>• The idea of swapping is to reserve some storage where the kernel can place pages of memory that are not</a:t>
            </a:r>
          </a:p>
          <a:p>
            <a:r>
              <a:t>  mapped to a file, freeing up the memory for other uses.</a:t>
            </a:r>
          </a:p>
          <a:p>
            <a:r>
              <a:t>• It increases the effective size of physical memory by the size of the swap file.</a:t>
            </a:r>
          </a:p>
          <a:p>
            <a:r>
              <a:t>• It is not a panacea: there is a cost to copying pages to and from a swap file, which becomes apparent on a</a:t>
            </a:r>
          </a:p>
          <a:p>
            <a:r>
              <a:t>  system that has too little real memory for the workload it is carrying and so swapping becomes the main</a:t>
            </a:r>
          </a:p>
          <a:p>
            <a:r>
              <a:t>  activity. This is sometimes known as disk thrashing.</a:t>
            </a:r>
          </a:p>
          <a:p>
            <a:r>
              <a:t>• Swap is seldom used on embedded devices because it does not work well with flash storage, where</a:t>
            </a:r>
          </a:p>
          <a:p>
            <a:r>
              <a:t>  constant writing would wear it out quickly. However, consider swapping to compressed RAM (zram).</a:t>
            </a:r>
          </a:p>
          <a:p>
            <a:r>
              <a:t>Swapping to compressed memory (zram)</a:t>
            </a:r>
          </a:p>
          <a:p>
            <a:r>
              <a:t>• The zram driver creates RAM-based block devices named /dev/zram0, /dev/zram1, and so on.</a:t>
            </a:r>
          </a:p>
          <a:p>
            <a:r>
              <a:t>• Pages written to these devices are compressed before being stored.</a:t>
            </a:r>
          </a:p>
          <a:p>
            <a:r>
              <a:t>• With compression ratios in the range of 30% to 50%, you can expect an overall increase in free memory of</a:t>
            </a:r>
          </a:p>
          <a:p>
            <a:r>
              <a:t>  about 10% at the expense of more processing and a corresponding increase in power usage.</a:t>
            </a:r>
          </a:p>
          <a:p>
            <a:r>
              <a:t>• To enable zram, configure the kernel with these options:</a:t>
            </a:r>
          </a:p>
          <a:p>
            <a:r>
              <a:t>          CONFIG_SWAP</a:t>
            </a:r>
          </a:p>
          <a:p>
            <a:r>
              <a:t>          CONFIG_CGROUP_MEM_RES_CTLR</a:t>
            </a:r>
          </a:p>
          <a:p>
            <a:r>
              <a:t>          CONFIG_CGROUP_MEM_RES_CTLR_SWAP</a:t>
            </a:r>
          </a:p>
          <a:p>
            <a:r>
              <a:t>          CONFIG_ZRAM</a:t>
            </a:r>
          </a:p>
          <a:p>
            <a:r>
              <a:t>• Then, mount zram at boot time by adding this to /etc/fstab:</a:t>
            </a:r>
          </a:p>
          <a:p>
            <a:r>
              <a:t>• /dev/zram0 none swap defaults zramsize=&lt;size in bytes&gt;, swapprio=&lt;swap partition priority&gt;</a:t>
            </a:r>
          </a:p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Mapping memory with mmap</a:t>
            </a:r>
          </a:p>
          <a:p>
            <a:r>
              <a:t>• A process begins life with a certain amount of memory mapped to the text (the code) and data segments of</a:t>
            </a:r>
          </a:p>
          <a:p>
            <a:r>
              <a:t>  the program file, together with the shared libraries that it is linked with.</a:t>
            </a:r>
          </a:p>
          <a:p>
            <a:r>
              <a:t>• It can allocate memory on its heap at runtime using malloc(3) and on the stack through locally scoped</a:t>
            </a:r>
          </a:p>
          <a:p>
            <a:r>
              <a:t>  variables and memory allocated through alloca(3). It may also load libraries dynamically at runtime using</a:t>
            </a:r>
          </a:p>
          <a:p>
            <a:r>
              <a:t>  dlopen(3).</a:t>
            </a:r>
          </a:p>
          <a:p>
            <a:r>
              <a:t>• All of these mappings are taken care of by the kernel.</a:t>
            </a:r>
          </a:p>
          <a:p>
            <a:r>
              <a:t>• However, a process can also manipulate its memory map in an explicit way using mmap(2):</a:t>
            </a:r>
          </a:p>
          <a:p>
            <a:r>
              <a:t>          void *mmap(void *addr, size_t length, int prot, int flags,int fd, off_t offset);</a:t>
            </a:r>
          </a:p>
          <a:p>
            <a:r>
              <a:t>• This function maps length bytes of memory from the file with the fd descriptor, starting at offset in the file,</a:t>
            </a:r>
          </a:p>
          <a:p>
            <a:r>
              <a:t>  and returns a pointer to the mapping, assuming it is successful.</a:t>
            </a:r>
          </a:p>
          <a:p>
            <a:r>
              <a:t>• Since the underlying hardware works in pages, length is rounded up to the nearest whole number of pages.</a:t>
            </a:r>
          </a:p>
          <a:p>
            <a:r>
              <a:t>• The protection parameter, prot, is a combination of read, write, and execute permissions and the flags</a:t>
            </a:r>
          </a:p>
          <a:p>
            <a:r>
              <a:t>  parameter contains at least MAP_SHARED or MAP_PRIVATE.</a:t>
            </a:r>
          </a:p>
          <a:p>
            <a:r>
              <a:t>• There are many other flags, which are described in the mmap manpage.</a:t>
            </a:r>
          </a:p>
          <a:p>
            <a:r>
              <a:t>• There are many things to do with mmap.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much memory does my application use?</a:t>
            </a:r>
          </a:p>
          <a:p>
            <a:r>
              <a:t>• As with kernel space, the different ways of allocating, mapping, and sharing user space memory make it</a:t>
            </a:r>
          </a:p>
          <a:p>
            <a:r>
              <a:t>  quite difficult to answer this seemingly simple question.</a:t>
            </a:r>
          </a:p>
          <a:p>
            <a:r>
              <a:t>• To begin, ask the kernel how much memory it thinks is available, which is done using the free command.</a:t>
            </a:r>
          </a:p>
          <a:p>
            <a:r>
              <a:t>  Here is a typical example of the output:</a:t>
            </a:r>
          </a:p>
          <a:p>
            <a:r>
              <a:t>          total used free shared buffers cached</a:t>
            </a:r>
          </a:p>
          <a:p>
            <a:r>
              <a:t>          Mem: 509016 504312 4704 0 26456 363860</a:t>
            </a:r>
          </a:p>
          <a:p>
            <a:r>
              <a:t>          -/+ buffers/cache: 113996 395020</a:t>
            </a:r>
          </a:p>
          <a:p>
            <a:r>
              <a:t>          Swap: 0 0 0</a:t>
            </a:r>
          </a:p>
          <a:p>
            <a:r>
              <a:t>• At first sight, this looks like a system that is almost out of memory with only 4,704 KiB free out of 509,016</a:t>
            </a:r>
          </a:p>
          <a:p>
            <a:r>
              <a:t>  KiB: less than 1%. However, note that 26,456 KiB is in buffers and a whopping 363,860 KiB is in caches.</a:t>
            </a:r>
          </a:p>
          <a:p>
            <a:r>
              <a:t>• Linux believes that free memory is wasted memory; the kernel uses free memory for buffers and caches</a:t>
            </a:r>
          </a:p>
          <a:p>
            <a:r>
              <a:t>  with the knowledge that they can be shrunk when the need arises.</a:t>
            </a:r>
          </a:p>
          <a:p>
            <a:r>
              <a:t>• Removing buffers and cache from measurement provides true free memory, which is 395,020 KiB: 77%.</a:t>
            </a:r>
          </a:p>
          <a:p>
            <a:r>
              <a:t>• When using free, the numbers on the second line marked -/+ buffers/cache are the important ones.</a:t>
            </a:r>
          </a:p>
          <a:p>
            <a:r>
              <a:t>• force the kernel to free up caches by writing a number between 1 and 3 to /proc/sys/vm/drop_caches:</a:t>
            </a:r>
          </a:p>
          <a:p>
            <a:r>
              <a:t>          # echo 3 &gt; /proc/sys/vm/drop_caches</a:t>
            </a:r>
          </a:p>
          <a:p>
            <a:r>
              <a:t>• The number is actually a bitmask that determines which of the two broad types of caches you want to free:</a:t>
            </a:r>
          </a:p>
          <a:p>
            <a:r>
              <a:t>  1 for the page cache and 2 for the dentry and inode caches combined.</a:t>
            </a:r>
          </a:p>
          <a:p>
            <a:r>
              <a:t>  Since 1 and 2 are different bits, writing a 3 frees both types of caches.</a:t>
            </a:r>
          </a:p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Identifying memory leaks</a:t>
            </a:r>
          </a:p>
          <a:p>
            <a:r>
              <a:t>• A memory leak occurs when memory is allocated but not freed when it is no longer needed.</a:t>
            </a:r>
          </a:p>
          <a:p>
            <a:r>
              <a:t>• Memory leakage is by no means unique to embedded systems, but it becomes an issue partly because</a:t>
            </a:r>
          </a:p>
          <a:p>
            <a:r>
              <a:t>   targets don't have much memory in the first place and partly because they often run for long periods of time</a:t>
            </a:r>
          </a:p>
          <a:p>
            <a:r>
              <a:t>   without rebooting, allowing the leaks to become a large puddle.</a:t>
            </a:r>
          </a:p>
          <a:p>
            <a:r>
              <a:t>• Realize that there is a leak when you run free or top and see that free memory is continually going down</a:t>
            </a:r>
          </a:p>
          <a:p>
            <a:r>
              <a:t>   even if you drop caches, as shown in the preceding section.</a:t>
            </a:r>
          </a:p>
          <a:p>
            <a:r>
              <a:t>• Identify the culprit (or culprits) by looking at the USS and RSS per process.</a:t>
            </a:r>
          </a:p>
          <a:p>
            <a:r>
              <a:t>• There are several tools to identify memory leaks in a program. looking at these two: mtrace and valgrind.</a:t>
            </a:r>
          </a:p>
          <a:p>
            <a:r>
              <a:t>mtrace</a:t>
            </a:r>
          </a:p>
          <a:p>
            <a:r>
              <a:t>• mtrace is a component of glibc that traces calls to malloc, free, and related functions, and identifies areas of</a:t>
            </a:r>
          </a:p>
          <a:p>
            <a:r>
              <a:t>  memory not freed when the program exits.</a:t>
            </a:r>
          </a:p>
          <a:p>
            <a:r>
              <a:t>• Call mtrace() function from within the program to begin tracing and then at runtime, set a path name to the</a:t>
            </a:r>
          </a:p>
          <a:p>
            <a:r>
              <a:t>  MALLOC_TRACE environment variable in which the trace information is written.</a:t>
            </a:r>
          </a:p>
          <a:p>
            <a:r>
              <a:t>• If MALLOC_TRACE does not exist or if the file cannot be opened, the mtrace hooks are not installed.</a:t>
            </a:r>
          </a:p>
          <a:p>
            <a:r>
              <a:t>• While the trace information is written in ASCII, it is usual to use the mtrace command to view it.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Running out of memory</a:t>
            </a:r>
          </a:p>
          <a:p>
            <a:r>
              <a:t>• The standard memory allocation policy is to over-commit, which means that the kernel will allow more</a:t>
            </a:r>
          </a:p>
          <a:p>
            <a:r>
              <a:t>  memory to be allocated by applications than there is physical memory.</a:t>
            </a:r>
          </a:p>
          <a:p>
            <a:r>
              <a:t>• Most of the time, this works fine because it is common for applications to request more memory than they</a:t>
            </a:r>
          </a:p>
          <a:p>
            <a:r>
              <a:t>  really need. This also helps in the implementation of fork(2): it is safe to make a copy of a large program</a:t>
            </a:r>
          </a:p>
          <a:p>
            <a:r>
              <a:t>  because the pages of memory are shared with the copy on write flag set.</a:t>
            </a:r>
          </a:p>
          <a:p>
            <a:r>
              <a:t>• In the majority of cases, fork is followed by an exec function call, which unshares the memory and then</a:t>
            </a:r>
          </a:p>
          <a:p>
            <a:r>
              <a:t>  loads a new program.</a:t>
            </a:r>
          </a:p>
          <a:p>
            <a:r>
              <a:t>• However, there is always the possibility that a particular workload will cause a group of processes to try to</a:t>
            </a:r>
          </a:p>
          <a:p>
            <a:r>
              <a:t>  cash in on the allocations they have been promised simultaneously and so demand more than there really</a:t>
            </a:r>
          </a:p>
          <a:p>
            <a:r>
              <a:t>  is.</a:t>
            </a:r>
          </a:p>
          <a:p>
            <a:r>
              <a:t>• This is an out of memory situation, or OOM.</a:t>
            </a:r>
          </a:p>
          <a:p>
            <a:r>
              <a:t>• At this point, there is no other alternative but to kill off processes until the problem goes away.</a:t>
            </a:r>
          </a:p>
          <a:p>
            <a:r>
              <a:t>• This is the job of the out of memory killer.</a:t>
            </a:r>
          </a:p>
          <a:p>
            <a:r>
              <a:t>• Before we get to that, there is a tuning parameter for kernel allocations in</a:t>
            </a:r>
          </a:p>
          <a:p>
            <a:r>
              <a:t>  /proc/sys/vm/overcommit_memory, which you can set to the</a:t>
            </a:r>
          </a:p>
          <a:p>
            <a:r>
              <a:t>• following:</a:t>
            </a:r>
          </a:p>
          <a:p>
            <a:r>
              <a:t>• 0: Heuristic over-commit</a:t>
            </a:r>
          </a:p>
          <a:p>
            <a:r>
              <a:t>• 1: Always over-commit; never check</a:t>
            </a:r>
          </a:p>
          <a:p>
            <a:r>
              <a:t>• 2: Always check; never over-commit</a:t>
            </a:r>
          </a:p>
          <a:p>
            <a:r>
              <a:t>• Option 0 is the default and is the best choice in the majority of cases.</a:t>
            </a:r>
          </a:p>
          <a:p>
            <a:r>
              <a:t>• Option 1 is only really useful if you run programs that work with large sparse</a:t>
            </a:r>
          </a:p>
          <a:p>
            <a:r>
              <a:t> Mastering Embedded Linux Programming By Frank Vasquez, Chris Simmonds (Packt – Publisher)</a:t>
            </a:r>
          </a:p>
          <a:p>
            <a:r>
              <a:t>• arrays and allocate large areas of memory but write to a small proportion of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Knowing how to use GDB for interactive debugging is a useful tool in the embedded system developer's tool</a:t>
            </a:r>
          </a:p>
          <a:p>
            <a:r>
              <a:t>   chest. It is a stable, well-documented, and well-known entity.</a:t>
            </a:r>
          </a:p>
          <a:p>
            <a:r>
              <a:t>2. It has the ability to debug remotely by placing an agent on the target, be it gdbserver for applications or</a:t>
            </a:r>
          </a:p>
          <a:p>
            <a:r>
              <a:t>   kgdb for kernel code, and although the default command-line user interface takes a while to get used to,</a:t>
            </a:r>
          </a:p>
          <a:p>
            <a:r>
              <a:t>   there are many alternative frontends.</a:t>
            </a:r>
          </a:p>
          <a:p>
            <a:r>
              <a:t>3. The three mentioned were TUI, DDD, and Visual Studio Code.</a:t>
            </a:r>
          </a:p>
          <a:p>
            <a:r>
              <a:t>4. Eclipse is another popular frontend that supports debugging with GDB by way of the CDT plugin.</a:t>
            </a:r>
          </a:p>
          <a:p>
            <a:r>
              <a:t>   There are references in the Further reading section for information on how to configure CDT to work with a</a:t>
            </a:r>
          </a:p>
          <a:p>
            <a:r>
              <a:t>   cross toolchain and connect to a remote device.</a:t>
            </a:r>
          </a:p>
          <a:p>
            <a:r>
              <a:t>5. A second and equally important way to approach debugging is to collect crash reports and analyze them</a:t>
            </a:r>
          </a:p>
          <a:p>
            <a:r>
              <a:t>   offline. In this category, we looked at application core dumps and kernel Oops messages.</a:t>
            </a:r>
          </a:p>
          <a:p>
            <a:r>
              <a:t>• Accounting for every byte of memory used in a virtual memory system is just not possible.</a:t>
            </a:r>
          </a:p>
          <a:p>
            <a:r>
              <a:t>   However, a fairly accurate figure for the total amount of free memory, excluding that taken by buffers and the</a:t>
            </a:r>
          </a:p>
          <a:p>
            <a:r>
              <a:t>   cache, using the free command. By monitoring it over a period of time and with different workloads, it</a:t>
            </a:r>
          </a:p>
          <a:p>
            <a:r>
              <a:t>   provides confidence that it will remain within a given limit.</a:t>
            </a:r>
          </a:p>
          <a:p>
            <a:r>
              <a:t>• When tuning memory usage or identify sources of unexpected allocations, there are resources that give</a:t>
            </a:r>
          </a:p>
          <a:p>
            <a:r>
              <a:t>   more detailed information. For kernel space, the most useful information is in /proc: meminfo, slabinfo, and</a:t>
            </a:r>
          </a:p>
          <a:p>
            <a:r>
              <a:t>   vmallocinfo.</a:t>
            </a:r>
          </a:p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Quiz</a:t>
            </a:r>
          </a:p>
          <a:p/>
          <a:p/>
          <a:p>
            <a:r>
              <a:t>Good Luck!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Assignment</a:t>
            </a:r>
          </a:p>
          <a:p>
            <a:r>
              <a:t>1. None for this quarter</a:t>
            </a:r>
          </a:p>
          <a:p>
            <a:r>
              <a:t>2. Submit screenshot of install and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CHAPTER OVERVIEW</a:t>
            </a:r>
          </a:p>
          <a:p/>
          <a:p/>
          <a:p>
            <a:r>
              <a:t>In This Chapter, We Discussed</a:t>
            </a:r>
          </a:p>
          <a:p>
            <a:r>
              <a:t> 1. Python and Docker – Basic Ideas</a:t>
            </a:r>
          </a:p>
          <a:p>
            <a:r>
              <a:t> 2. Assignment</a:t>
            </a:r>
          </a:p>
          <a:p>
            <a:r>
              <a:t> 3. Quiz</a:t>
            </a:r>
          </a:p>
          <a:p/>
          <a:p/>
          <a:p/>
          <a:p/>
          <a:p>
            <a:r>
              <a:t> Mastering Embedded Linux Programming By Frank Vasquez, Chris Simmonds (Packt – Publisher)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Debugging, Optimizing,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Tracing, Profiling,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Monitoring, Makefile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Chapter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This Chapter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GDB - GNU debugger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Assignment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Quiz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Why 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Debug applications, examine the postmortem files (core files) that are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created after a program crash, and even step through kernel code.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What is 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GDB is a powerful and flexible tool.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Out of the box, GDB has a command-line user interface that some people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find daunting, although in reality, it is easy to use with a little practice.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Alternatively, if command-line interfaces are not preferred, there are plenty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of frontend user interfaces to GDB, and three of them are described in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chapter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GDB is a powerful and flexible tool.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Use it to debug applications, examine the postmortem files (core files) that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are created after a program crash, and even step through kernel code.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Preparing to debug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GDB is a powerful and flexible tool.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Use it to debug applications, examine the postmortem files (core files) that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are created after a program crash, and even step through kernel code.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GDB to debug applications in one of two ways: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« When developing code to run on desktops and servers, or any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 compile and run the code on the same machine, then it is natural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 run GDB natively.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However, most embedded development is done using a cross toolchain,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hence debug code is running on the device but the control of it is from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cross-development environment, where the source code and tools reside.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Remote debugging using gdbserver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GDB to debug applications in one of two ways: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« When developing code to run on desktops and servers, or any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 compile and run the code on the same machine, then it is natural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 run GDB natively.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However, most embedded development is done using a cross toolchain,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hence debug code is running on the device but the control of it is from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cross-development environment, where the source code and tools reside.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Setting up the Yocto Project for remote debugging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GDB to debug applications in one of two ways: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When developing code to run on desktops and servers, or any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 compile and run the code on the same machine, then it is natural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 run GDB natively.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However, most embedded development is done using a cross toolchain,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hence debug code is running on the device but the control of it is from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cross-development environment, where the source code and tools reside.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Setting up Buildroot for remote debugging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GDB to debug applications in one of two ways: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When developing code to run on desktops and servers, or any environment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used for compile and run the code on the same machine, then it is natural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to run GDB natively.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However, most embedded development is done using a cross toolchain,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hence debug code is running on the device but the control of it is from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cross-development environment, where the source code and tools reside.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Now gdbserver is installed on the target and a cross GDB on the host, start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 session.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debug: Connecting GDB and gdbserver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connection between GDB and gdbserver can be through a network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serial interface.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for a network connection, on the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launch gdbserver with TCP port number to listen on and, optionally, an IP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address to accept connections from.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for a serial connection, on the target,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indicate to gdbserver which serial port to 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debug: Setting the sysroot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GDB needs to know where to find debug information and source code for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program and shared libraries being debugged.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When debugging natively, the paths are well known and built in to GDB, but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when using a cross toolchain, GDB has no way to guess where the root of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target filesystem is. This information is to be provided.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debug: GDB command files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some things need to do each time GDB Is run,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Setting the sysrooot — in .gdbinit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+ Also, recent versions of GDB will refuse to load .gdbinit from the current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directory for security reasons. Override that behavior by adding a line 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$HOME/.gdbinit: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debug: Overview of GDB commands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GDB has many commands, which are described in the online manual and 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resources mentioned in the summary section.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+ here is a list of the commonly used commands.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debug: Running to a breakpoint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connection between GDB and gdbserver can be through a network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serial interface.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for a network connection, on the target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launch gdbserver with TCP port number to listen on and, optionally, an IP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address to accept connections from.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for a serial connection, on the target,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indicate to gdbserver which serial port to 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Starting to debug: Extending GDB with Python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With Buildroot, a full Python interpreter can be embedded into GDB 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extend its functionality.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This is done by configuring GDB using the --with-python option prior 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building. GDB has an API that exposes much of its internal state as Python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objects. This API allows defining custom GDB commands as scripts written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Python.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Native Debug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Running a native copy of GDB on the target is not as common as doing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remotely, but it is possible.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+ As well as installing GDB in the target image, it will also need unstripped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copies of the executables being debugged and the corresponding source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installed in the target image.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Both the Yocto Project and Buildroot allow doing this.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 pdf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Just-in-time debugging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Sometimes, a program will start to misbehave after it has been running for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while, and you would like to know what it is doing.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GDB attach feature does exactly this and, the author calls it just-in-time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is available with both native and remote debug sessions.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 forks and threads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What happens when the program being debugged forks?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Does the debug session follow the parent process or the child?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When a thread in a multithreaded process hits a breakpoint, the default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behavior is for all threads to halt.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 pdf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Core files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Core files capture the state of a failing program at the point that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terminates.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does not need tracing with a debugger when the bug manifests itself.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So, when a Segmentation fault (core dumped) is seen, investigate the core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 and extract the goldmine of information in there.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 pdf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Using GDB to look at core files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Core files capture the state of a failing program at the point that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terminates.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does not need tracing with a debugger when the bug manifests itself.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So, when a Segmentation fault (core dumped) is seen, investigate the core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 and extract the goldmine of information in there.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 pdf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 kernel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use kgdb for source-level debugging, similar to remote debugging with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gdbserver.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There is also a self-hosted kernel debugger, kdb, that is handy for lighter-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weight tasks such as seeing whether an instruction is executed and getting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backtrace to find out how it got there.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Finally, there are kernel Oops messages and panics, which tell you a lot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about the cause of a kernel exception.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GDB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 kernel modules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Debugging kernel modules presents an additional challenge because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code is relocated at runtime, and so you need to find out at what address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resides.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information is presented through sysfs.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relocation addresses for each section of the module are stored 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/sys/module/&lt;module name&gt;/sections.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KDB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 kernel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kdb does not have the features of kgdb and GDB,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does have its uses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selfhosted, there are no external dependencies to worry about.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 simple command-line interface that you can use on a serial console.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 it to inspect memory, registers, process lists, and dmesg and even set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breakpoints to stop at a certain location.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Debugging kernel code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When the kernel performs an invalid memory access or executes an illegal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instruction, a kernel Oops message is written to the kernel log.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most useful part of this is the backtrace, and to show you how to 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information there to locate the line of code that caused the fault.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OOPs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Preserving an OOPs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Decoding an OOPs is only possible if it is captured in the first place.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If the system crashes during boot before the console is enabled,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after a suspend, you won't see it.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There are mechanisms to log kernel Oops and messages to an MTD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partition or to persistent memory, but here is a simple technique that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works in many cases and needs little prior thought.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look at the larger picture of system performance.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Interactive debugging and using a source-level debugger, provides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 insight into how a program works, but it constrains the view to 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small body of code.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Programmers, system designers are notoriously bad guessing where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bottlenecks are.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So, for performance issues, start by looking at full system and then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work down, using more sophisticated tools as needed.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Often problem can be localized to a single program, which can be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analyzed using the Linux profiler, perf.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observer effect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Before diving into the tools, let's talk about what the tools show.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every system observation has a cost in CPU cycles,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that resource is no longer available to the application.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measurement tools also mess up caching behavior, eat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space, and write to disk, which all make it worse.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no measurement without overhead.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Symbol tables and compile flags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Before diving into the tools, let's talk about what the tools show.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every system observation has a cost in CPU cycles,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that resource is no longer available to the application.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measurement tools also mess up caching behavior, eat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space, and write to disk, which all make it worse.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no measurement without overhead.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Symbol tables and compile flags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important to observe system in natural state, but tools need additional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 to make sense of events.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Some tools require special kernel options - probably have to build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 a new kernel for these tests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Considerations, for a tool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some work best when installed on the target system: perf, for example.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that generates call graphs, compile with stack frames enabled.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that assigns addresses with lines of code accurately, compile with 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levels of optimization.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that requires instrumentation to be inserted for capturing samples,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recompile those components.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Profiling with top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important to observe system in natural state, but tools need additional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information to make sense of events.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Some tools require special kernel options - probably have to build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deploy a new kernel for these tests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Considerations, for a tool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some work best when installed on the target system: perf, for example.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that generates call graphs, compile with stack frames enabled.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that assigns addresses with lines of code accurately, compile with low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levels of optimization.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that requires instrumentation to be inserted for capturing samples,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recompile those components.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poor man's profiler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profile an application using GDB to stop it at arbitrary intervals to see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it is doing. easy to set up and is one way of gathering profile data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procedure is simple: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Attach to process using gdbserver (for a remote debug)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GDB (for a native debug). The process stops.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2. Observe the function it stopped in. use the backtrace GDB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command to see the call stack.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3. Type continue so that the program resumes.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4. After a while, press Ctrl + C to stop it again, and go back to step 2.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perf is abbreviation of Linux performance event counter subsystem,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perf_events, with command-line.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plenty of useful information in Linux sources in tools/perf/Documentation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at https://perf.wiki.kernel.org.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At its heart, perf is a collection of event counters with rules about when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they actively collect data.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Using these rules, data is captured from the whole system, just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kernel, or just one process and its children, and do it across all CPUs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just one CPU. It is very flexible.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Tracing events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tools seen so far all use statistical sampling.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To know more about the ordering of events so that you can see them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relate them to each other.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Function tracing involves instrumenting the code with tracepoints that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capture information about the event, and may include some or all of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following: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timestamp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Context, such as the current PID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Function parameters and return values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callstack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evolved from work done by Steven Rostedt and others as they tracked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causes of high scheduling latency in real-time applications. ftrace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appeared in Linux 2.6.27 and has been actively developed since then.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Many documents describing kernel tracing are in kernel source 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Documentation/trace.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Ftrace consists of a lot of tracers logging various types of activity in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Here, the author is presenting function and function_graph tracers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event tracepoints.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next chapter, Real-Time Programming, the authors will revisit Ftrace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show real-time latencies.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Using LTTng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started by Karim Yaghmour as a means of tracing kernel activity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was one of the first trace tools generally available for the Linux 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LTTng consists of three components: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Acore session manager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Akernel tracer implemented as a group of kernel modules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Auser space tracer implemented as a library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Using BPF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BPF provides a sandboxed execution environment for running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inside the Linux 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BPF is now a general-purpose virtual machine running inside the Linux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By making it easy to run small programs on specific kernel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events, BPF has emerged as the most powerful tracer for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Linux.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Using Valgrind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BPF provides a sandboxed execution environment for running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inside the Linux 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BPF is now a general-purpose virtual machine running inside the Linux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By making it easy to run small programs on specific kernel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events, BPF has emerged as the most powerful tracer for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Linux.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Profiling and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Using strace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BPF provides a sandboxed execution environment for running programs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inside the Linux 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BPF is now a general-purpose virtual machine running inside the Linux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By making it easy to run small programs on specific kernel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application events, BPF has emerged as the most powerful tracer for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Linux.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issues related to memory management, which is an important topic for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any Linux system but especially for embedded Linux, where system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is usually in limited supply.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Virtual memory basics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Linux configures the memory management unit (MMU) of the CPU 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present a virtual address space to a running program that begins at zero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ends at the highest address, Oxffffffff, on a 32-bit processor.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This address space is divided into pages of 4 KB by default. If 4 KB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pages are too small for an application, then configure the kernel to use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HugePages, reducing the amount of system resources needed 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access page table entries and increasing the Translation Lookaside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Buffer (TLB) hit ratio.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Linux divides virtual address space into an area for applications, called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space, and kernel space.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Kernel space memory layout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Kernel memory is managed in a fairly straightforward way. It is not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demandpaged, which means that for every allocation using kmalloc() or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similar function, there is real physical memory.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Kernel memory is never discarded or paged out.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Some architectures show a summary of the memory mapping at boot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time in the kernel log messages.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User space memory layout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Linux employs a lazy allocation strategy for user space, only mapping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physical pages of memory when the program accesses it. For example,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allocating a buffer of 1 MB using malloc(3) returns a pointer to a block of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addresses but no actual physical memory.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 flag is set in the page table entries such that any read or write access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 trapped by the kernel.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This is known as a page fault.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Only at this point does the kernel attempt to find a page of physical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and add it to the page table mapping for the process.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process memory map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Each running process in user space has a process map that we can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inspect.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These memory maps tell us how a program's memory is allocated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what shared libraries it is linked to.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See the memory map for a process through the proc filesystem.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Swapping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idea of swapping is to reserve some storage where the kernel can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place pages of memory that are not mapped to a file, freeing up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for other uses.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increases the effective size of physical memory by the size of the swap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is not a panacea: there is a cost to copying pages to and from a swap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file, which becomes apparent on a system that has too little real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the workload it is carrying and so swapping becomes the main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activity. This is sometimes known as disk thrashing.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Mapping memory with mmap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idea of swapping is to reserve some storage where the kernel can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place pages of memory that are not mapped to a file, freeing up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for other uses.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increases the effective size of physical memory by the size of the swap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Itis not a panacea: there is a cost to copying pages to and from a swap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file, which becomes apparent on a system that has too little real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for the workload it is carrying and so swapping becomes the main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activity. This is sometimes known as disk thrashing.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How much memory does my application use?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As with kernel space, the different ways of allocating, mapping, and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sharing user space memory make it quite difficult to answer this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seemingly simple question.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To begin, ask the kernel how much memory it thinks is available, which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is done using the free command.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Identifying memory leaks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Amemory leak occurs when memory is allocated but not freed when it is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no longer needed.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Memory leakage is by no means unique to embedded systems, but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becomes an issue partly because targets don't have much memory 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first place and partly because they often run for long periods of time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without rebooting, allowing the leaks to become a large puddle.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Realize that there is a leak when you run free or top and see that free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memory is continually going down even if you drop caches, as shown in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the preceding section.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Identify the culprit (or culprits) by looking at the USS and RSS per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process.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Memory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Running out of memory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The standard memory allocation policy is to over-commit, which means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that the kernel will allow more memory to be allocated by applications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than there is physical memory.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Most of the time, this works fine because it is common for applications to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request more memory than they really need.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However, there is always the possibility that a particular workload will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Cause a group of processes to try to cash in on the allocations they have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been promised simultaneously and so demand more than there really is.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This is an out of memory situation, or OOM. At this point, there is no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other alternative but to kill off Matar until the problem goes away.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https://bootlin.com/doc/training/embedded-linux/embedded-linux-slides.pdf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Summary 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Knowing how to use GDB for interactive debugging is a useful tool in the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embedded system developer's tool chest. It is a stable, well-documented,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and well-known entity.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It has the ability to debug remotely by placing an agent on the target, be it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gdbserver for applications or kgdb for kernel code, and although the default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command-line user interface takes a while to get used to, there are many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alternative frontends.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The three mentioned were TUI, DDD, and Visual Studio Code.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Canvas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10 Questions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45 Mins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6 Attempts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Highest Retained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Assignment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1. None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1A2E"/>
                </a:solidFill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In This Chapter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¢ Python and Docker - Basic Ideas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Assignment</a:t>
            </a:r>
          </a:p>
          <a:p>
            <a:pPr>
              <a:spcAft>
                <a:spcPts val="600"/>
              </a:spcAft>
              <a:defRPr sz="1800">
                <a:solidFill>
                  <a:srgbClr val="333333"/>
                </a:solidFill>
              </a:defRPr>
            </a:pPr>
            <a:r>
              <a:t>* Quiz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