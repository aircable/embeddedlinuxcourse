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4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0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A3CB3D-9426-4E63-AE80-0A677C412F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hyperlink" Target="https://www.gnu.org/software/binutils/" TargetMode="External"/><Relationship Id="rId2" Type="http://schemas.openxmlformats.org/officeDocument/2006/relationships/slide" Target="../slides/slide9.xml"/><Relationship Id="rId3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Toolchain                           https://en.wikipedia.org/wiki/Toolchain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the first element of embedded Linux, and is used to compile all the code to run on the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the starting point of the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makes efficient use of hardware by using optimum instruction set for the processor.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proper selection at an early stage has a profound impact on the final outcome.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Bootloader                          https://en.wikipedia.org/wiki/Bootloader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the second element of embedded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used to start the system and load the operating system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control is passed from itself to the kernel using a data structure called a flattened device tree (FDT).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e.g. U-Boot is a popular bootloader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Mastering Embedded Linux Programming By Frank Vasquez, Chris Simmonds (Packt – Publisher)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Free Software Timeline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https://en.wikipedia.org/wiki/Timeline_of_free_and_open-source_software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https://en.wikipedia.org/wiki/History_of_free_and_open-source_software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1983, Richard Stallman, GNU project and the free software concept.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gcc, gdb, glibc and other important tools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1991, Linus Torvalds, Linux kernel project, a Unix-like operating system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 completely free operating system, GNU/Linux with GNU software and many open-source components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1995, Linux is popular on server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2000, Linux is popular on embedded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2008, Linux is popular on mobile 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2010, Linux is popular on phones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2012, Linux is available on cheap, extensible hardware: Raspberry Pi, BeagleBone Black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Overview and Introduction to Toolchains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What are Toolchains?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Understanding and Building a Toolchain, cross-compiling and linking.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types of toolchains, choosing C library, cross-compiling and linking.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Overview and Introduction to Boot Loaders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What are boot loaders? Why are they needed?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Introduction to boot sequence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how boot loaders transfer control to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Device trees and U-Boot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Introduction to device trees and U-Boot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Toolchain     https://en.wikipedia.org/wiki/Toolchain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software, a toolchain is a set of programming tools that create a software product, to run on a target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tools forming a toolchain are executed consecutively so the output or resulting environment state of each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 becomes the input or starting environment for the next one. However, the term is also used when referring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a set of related tools that are not necessarily executed consecutively.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simple software development toolchain consist of a compiler and linker, libraries, and a debugger.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a complex software product such as a video game needs tools for preparing sound effects, music,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textures, 3-dimensional models and animations, together with additional tools for combining these resources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into the finished product.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required to build the other three elements of the embedded Linux system – bootloader, kernel and root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has to be able to compile code written in assembly, C and C++ since these are the languages used in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base open source packages.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Toolchain    https://en.wikipedia.org/wiki/Toolchain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the set of development tools available on a GNU/Linux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that includes a compiler, linker and runtime libraries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that run on a system and generate code for the same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known as a native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However, on embedded systems, it is usually impossible to use native toolchain,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target cannot contain the development tools needed on the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target is too restricted in terms of resources such as storage or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target is too slow compared to the development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so, tools are run on the development system, but generate code for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known as a cross-compiling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terms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build machine – where the toolchain is built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host machine – where the toolchain is executed, and binaries are generated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target machine – where the binaries are executed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Native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 are same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Cross-Native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Build is on a separate architecture, as compared to host and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where the build and host are on same architecture, while target is different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is the most common scenario in embedded systems development.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Canadian Cross Build 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where the Build, Host and Target are each on a different architecture.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Binutils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is a set of tools to generate and manipulate binaries for a given CPU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as, the assembler, that generates binary code from assembler source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ld, the linker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ar, ranlib, to generate .a archives (static libraries)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objdump, readelf, size, nm, strings, to inspect binaries. Very useful analysis tools!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objcopy, to modify binaries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strip, to strip parts of binaries that are just needed for debugging (reducing their size).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GNU binutils is at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https://www.gnu.org/software/binutils/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headers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needed to compile C library and the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available in &lt;linux/...&gt; and &lt;asm/...&gt; and a few other directories corresponding to include/uapi/ and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arch/&lt;arch&gt;/include/uapi in the kernel sources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extracted from the kernel sources using the headers_install kernel Makefile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programs never break existing when the kernel is upgraded.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to user space ABI is backward compatible .. ABI = Application Binary Interface - binary compatibility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otherwise, application systems would stick to older kernels.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binaries generated with a toolchain using kernel headers older than a running kernel will work without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problem, but won’t be able to use the new system calls, data structures,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programs never break existing when the kernel is upgraded.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Similarly, binaries generated with a toolchain using kernel headers newer than the running kernel will 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only if they don’t use the recent features, otherwise they will break.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updating the kernel will not break programs;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it’s usually fine to keep an old toolchain as long is it works fine for the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compiled programs and applications need to interact with the kernel and need kernel headers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available system calls and their numbers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constant definitions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data structures,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C/C++ compiler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GCC: GNU Compiler Collection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https://gcc.gnu.org/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famous and ubiquitous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compile C, C++, Ada, Fortran, Java, Objective-C, Objective-C++, Go,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generate code for a large number of CPU architectures, including x86, ARM, RISC-V, and many others.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under the GPL license, libraries under the GPL with linking exception of LGPL.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Clang / LLVM compiler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https://clang.llvm.org/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increasingly popular and able to compile most programs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offer better optimizations and makes errors easier to interpret.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under MIT/BSD license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library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C standard API for application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interface between the applications and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essential component of a Linux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many several C libraries are available: glibc, uClibc, musl, klibc, newlib...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https://www.etalabs.net/compare_libcs.html for a comparison – attached to the More Reading section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library decision must be made at cross-compiling toolchain generation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Toolchains for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Traditionally toolchains for Linux were based on the GNU GCC compiler and components from the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still true as of today.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Clang is newer and with faster compilation times. Also, it has better diagnostics.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One major distinction is that GNU GCC has a GPL license, while LLVM has a BSD license.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Having said that,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GNU GCC has support for wide ranging architectures and operating systems, meaning compatibility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existing code bases, while,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though it has taken time, the Clang compiler and the associated Low Level Virtual Machine project are now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 viable alternative, being able to compile all the components needed for embedded Linux. The Clang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compiler based approach will be covered later, in the course.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standard GNU toolchain has: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Binutils: a set of binary utilities including assembler and linker – available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https://gnu.org/software/binutils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GCC: GNU Compiler Collection – for C and other languages such as C++, Objective-C/C++, Java, Fortran,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Ada and Go .. all use a common backend that produces assembler code fed to GNU assembler.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 library: POSIX based API that is the main interface to the kernel for applications. There are several libs.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types of toolchains.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native - meaning same type of system as the program it generates.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cross - meaning different type of system than the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Almost all embedded Linux development is done using a cross development toolchain.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because embedded devices are not well suited to program development.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they lack computing power, memory and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More so, if the host and target architectures are same/similar.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is not a good idea to copy over the binaries to the target, since host distribution updates will occur more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frequently than the target system distribution; or that the libraries on the target are optimized in a different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manner than the host.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Sticking to a host distribution version is not a bad idea.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ensures the golden rule .. that the target toolchain remains constant within the duration of a project.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better approach is to keep separate the host and target development environments, using a cross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toolchain.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toolchain has to be built for the target CPU.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CPU architecture: ARM, MIPS, x86_64 etc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Big- or little-endian: machine code is different for each specially as some CPUs operate in either modes.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Floating point support: Not all embedded CPUs have hardware FPU, so the toolchain must be configured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 support a software floating point library.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ABI – Application Binary Interface – calling convention for passing parameters between function calls.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ABI is constant across a family of processors, however in 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ABI from prior to 2000 was renamed to OABI - “Old ABI”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Newer ABI since 2000, was also called EABI - “Extended ABI”; however, thereafter EABI split into two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depending on how floating point parameters are passed: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Original EABI used general purpose registers in the integer format, while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Later EABI uses floating point registers for parameter passing. It is called EABIHF “EABI Hard Float”.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EABIHF is significantly faster since it removes the need for copying of the passed integer values 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registers into floating point registers.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EABIHF is not compatible with CPUs that do not have a FPU; and so, a design decision is to be made,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since EABIHF is not compatible with the original EABI.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library 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programming interface to Linux OS defined by POSIX.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implementation of the interfaces to the kernel for applications.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Even if programs are in Java or Python, the C library is to be eventually invoked.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 Library can be bypassed; however, it is a lot of unnecessary trouble.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Though there are many C Libraries to choose from, the main ones are: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glibc: standard GNU C libc library that is available under LGPL license 2.1. It is big and not very configurable,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 it is the most complete implementation of POSIX API.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musl: libc library that is newer and is available under MIT license. It is smaller and standards compliant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alternative to glibc. It is good for systems with limited RAM and storage.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uClibc-ng: is the C library for microcontroller architectures – Linux for CPU’s without MMUs that is licensed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 LGPL 2.1. uClibc-ng is a fork of the original uClibc. Not being used much unless using uClinux.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eglibc: variant of glibc for embedded systems. It is now obsolete, since the code base from eglibc was merged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 into glibc in glibc 2.20 – and so, eglibc is no longer maintained.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glibc C library from the GNU project. License LGPL. https://www.gnu.org/software/libc/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 all GNU / Linux host systems 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performance, standards compliance and portability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quite big for small embedded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on armv7hf, version 2.31: libc: 1.5 MB, libm: 432 KB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source: https://toolchains.bootlin.com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features not needed in embedded systems can be configured 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(merged from old eglibc project).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uClibc-ng uClibc-ng continuation of old uClibc. License LGPL. https://uclibc-ng.org/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most embedded arch. incl. MMU-less ones (ARM Cortex-M, Blackfin, ...).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only library supporting ARM noMMU.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lightweight C library for small embedded systems – high configurability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features may be implemented later than on glibc (real-time, floating-pt ops etc).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 guaranteed binary compatibility.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need to recompile applications when the library configuration changes.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Size on armv7hf, version 1.0.34: libc: 712 KB,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source: https://toolchains.bootlin.com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musl C library. License MIT. https://www.musl-libc.org/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lightweight, fast and simple library for embedded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great at making small static executables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supported by build systems such as Buildroot and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and, used by the Alpine Linux lightweight distribution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Size on armv7hf, version 1.2.0: libc: 748 KB,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source: https://toolchains.bootlin.com.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Several other smaller C libraries have been developed,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 none of them have a goal of allowing compilation of large existing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typically, very small static executables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only relatively simple programs,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very small root filesystems.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choices: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Newlib, https://sourceware.org/newlib/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maintained by Red Hat,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used mostly in Cygwin, in bare metal and in small POSIX RTOS.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Klibc, https://en.wikipedia.org/wiki/Klibc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from the kernel community,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designed to implement small executables for use in an initramfs at boot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 library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how to select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using uClinux then go with uClibc-ng,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&lt; 32MB storage then use musl libc, 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 glibc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choice of the C library limits the choice of toolchain,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since not all pre-built toolchains support all C libraries.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Size     Tests run with gcc 10.0.2 toolchains for armv7-eabihf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small static executables - compile statically a hello.c program, and strip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With musl 1.2.0:           9,084 bytes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With uclibc-ng 1.0.34      21,916 bytes.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With glibc 2.31:           431,140 bytes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compile statically BusyBox 1.32.1, and strip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With musl 1.2.0:            1,176,744 bytes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With uclibc-ng 1.0.34 :     1,251,080 bytes.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With glibc 2.31:            1,852,912 bytes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Compiling with shared libraries will mostly eliminate size differences.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 Advice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developing and debugging applications with glibc,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is the most standard solution.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everything works, and if there are size constraints,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try to compile the app and then the entire filesystem with uClibc or musl.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when making static executables, musl is an easier choice in terms of licensing.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the binaries are smaller too.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not, it could be because of missing features in the C library.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Also, static executables built with some C library could be used in a system with a different C library.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GNU uses a prefix to the name of each tool in a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Identifies combination that was used to generate that component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 x86_64-linux-gnu, mipsel-unknown-linux-gnu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consists of a tuple of 3 or 4 parts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CPU:        such as ARM, MIPS, x86_64.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further if a CPU has both endian modes, they are differentiated by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el - for little-endian,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eb - for big-endian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e.g. mipsel and armeb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Vendor: provider of toolchain.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e.g. buildroot, poky or unknown. Sometimes it is left out altogether.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Kernel:     for now, always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OS:         name for userspace C library – gnu or musl an alternative C standard library for Linux.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https://en.wikipedia.org/wiki/Musl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sometimes ABI is appended – so examples are gnueabi, gnueabihf, musleabi or musleabihf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x86_64-linux-gnu Indicates CPU of x86-64, kernel of Linux and userspace library of GNU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mipsel-unknown-linux-gnu Indicates CPU of MIPS with little endian mode, an unknown vendor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toolchain, a Linux kernel and a userspace library of GNU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Considerations when building a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Define ABI “Application Binary Interface” for generating binaries needs to be defined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ABI defines the calling conventions (how function arguments are passed, how the return value is passed,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how system calls are made) and the organization of structures (alignment, etc.)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All binaries in a system are typically compiled with the same ABI, and the kernel must understand this ABI.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On ARM, two main ABIs: OABI and EABI. Today everybody uses EABI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On MIPS, several ABIs: o32, o64, n32, n64 https://en.wikipedia.org/wiki/Application_Binary_Interface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Floating point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Some processors have a floating point unit, while others do not.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e.g., many ARMv4 and ARMv5 CPUs do not have a FPU. Since ARMv7, a VFP unit is mandatory.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With an FPU, the toolchain should generate hard float code, in order to use FP instructions directly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Else, for processors without a floating point unit, two solutions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Generate hard float code and rely on kernel to emulate the floating point instructions. This is very slow.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Generate soft float code, so that instead of generating floating point instructions, calls to a user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library are generated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Decision is taken at toolchain configuration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choices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find a ready-built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generate using an embedded build tool,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create one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prebuilt cross toolchain is attractive since it only has to be downloaded and installed; however,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dependency on the configuration of the toolchain or the person or tool that built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likely, it will be: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a SoC or board vendor: since most vendors offer a Linux toolchain.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a consortium providing support for a given architecture: e.g. Linaro with pre-built toolchain for 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architecture.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a 3rd party Linux tool vendor, such as Mentor Graphics, Timesys or MontaVista.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the cross-tool packages of the Linux distro: Debian has packages for cross compiling ARM, MIPS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PowerPC.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a binary SDK from an embedded build tool: Yocto Project and examples at yoctoproject.org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main thing to decide is whether the prebuilt toolchain meets the requirements.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Does it use the preferred C library?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Does provider provide updates for security fixes and bugs? If so, whether directly or upstream? How often?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either above is no, then consider creating your 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However, even that is not easy. To build from scratch, look at Cross Linux from Scratch https://trac.clfs.org,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step-by-step instructions on how to create each component.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Community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developed by communities of developers and users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better than traditional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high-quality support: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directly contact the main developers of the component you are using.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answer doesn’t depend what company you work for.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speeds up the resolution of problems when developing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 need to understand how the community works to properly use the community support possibilities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of scripts and makefiles for generating cross-development toolchains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originally called crosstool, and developed by Dan Kegel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 2007, Yann Morin used it to create the next generation of crosstool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most convenient way to create a standalone cross toolchain from source.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because of crosstool-NG, building own toolchain is a valid and viable option.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Community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developed by communities of developers and users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better than traditional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high-quality support: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directly contact the main developers of the component you are using.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answer doesn’t depend what company you work for.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speeds up the resolution of problems when developing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 need to understand how the community works to properly use the community support possibilities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Crosstool-ng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Rewrite of the older Crosstool, with a menuconfig-like configuration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Feature-full: supports uClibc, glibc and musl, hard and soft float, many architectures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Actively maintained https://crosstool-ng.github.io/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root filesystem build systems also allow the construction of a cross-compiling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Buildroot        Makefile-based. Can build glibc, uClibc and musl based toolchains, for a wide range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of architectures. Use make sdk to only generate a toolchain. https://buildroot.org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PTXdist          Makefile-based, maintained mainly by Pengutronix.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It only supports uClibc and glibc (version 2021.03 status) https://www.ptxdist.org/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OpenEmbedded / Yocto Project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A featureful, but more complicated build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http://www.openembedded.org/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https://www.yoctoproject.org/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crosstool-ng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Installation of Crosstool-NG can be done system-wide, or just locally in the source 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For local installation: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./configure --enable-local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make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make install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Sample configurations for various architectures are available in samples, they can be listed using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./ct-ng list-samples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load a sample configuration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./ct-ng &lt;sample-name&gt;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adjust the configuration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./ct-ng menuconfig or ./ct-ng nconfig (according to your preference)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build the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./ct-ng build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2nd element of embedded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starts the system and loads the 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does a Bootloader do?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startup, system is in a very minimal state 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 DRAM controller yet, no RAM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 NAND flash or MMC controller yet, no storage subsystem access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Typically, the only resources accessible 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single CPU core,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some on-chip static memory and the boot 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 bootup consists of several phases of code, each bringing more of the system into operation.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final step of the bootloader is to load the kernel into RAM and create an execution environment for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interaction between bootloader and kernel is architecture-specific, but, at high-level it has to pass a pointer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a structure containing configuration information on the hardware,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pass a pointer to the kernel command 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kernel command line is provided a text string that determines the boot settings at startup.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 secondary function of the command line interface is to provide a maintenance mode for updating the 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configurations, loading new boot images into memory and, if needed run diagnostics.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It may need access/setup over a serial console for embedded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Once kernel has started executing, the bootloader is no longer needed and the memory can all be reclaimed.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boot sequence.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earlier times, it was a simpler model.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was in non-volatile memory - usually NOR flash memory at the 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was located at the reset vector of the processor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e.g. 0xfffffffc - with a jump instruction to the start of the bootloader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would then continue running in NOR flash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to initialize physical RAM – DRAM, and copy itself into there.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then loaded the kernel from flash memory to transfer control to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Today, the boot sequence is a complex multi-stage procedure.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1st Step.                 Load from ROM.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2nd Step.                 Secondary Program Loader - SPL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3rd Step.                 Third Stage Program Loader - TPL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 from 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needed due to absence of reliable external memory. known as ROM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proprietary since it is loaded into SoC chip when chip is manufactured.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 open source equivalent.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can only use SRAM – Static RAM; since it does not need memory controller ..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meaning no DRAM yet, since it is device specific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SoC designs have a small amount SRAM – from 4k to several 100k.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ROM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loads a small chunk of code from pre-programmed locations into the SRAM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an example,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TI OMAP and Sitara chips try to load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from the first few pages of NAND flash memory,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from flash memory connected through a SPI – serial peripheral interface, or,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from the first sectors of an MMC device - say an eMMC or SD card, or,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from a file named MLO on the first partition of an MMC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If all these fail, then it tries reading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 byte stream from the Ethernet,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USB,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UART – usually provided for loading code during manufacture rather than normal, routine operations.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Most SoC have ROM that operates similarly.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oad from ROM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at the end, jumps to the beginning of SPL.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SoCs where the SRAM is not large enough to load a full bootloader such as U-Boot, there is 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intermediate loader stage called the Secondary Program Loader “SPL”.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SPL - Secondary Program Loader sets up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memory controller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essential parts of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preparation for loading the TPL - Third Stage or Tertiary Program Loader.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limited by the size of the SRAM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reads the instructions from the list of devices like the ROM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using the pre-programmed offsets from the start of a flash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prints version information and progress messages to the console.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does not allow for any user interaction.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may be open source e.g. TI x-loader and Atmel AT9IBootstrap,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may be proprietary and provided by the manufacturer as a binary.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SPL has filesystem drivers built into it, then it can read from well-known filesystems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files such as u-boot.img from a storage disk/partition.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Sequence and Steps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bootup, the execution sequence jumps to the SPL from the ROM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SPL executes within the SRAM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at the end of the 2nd phase - SPL loads TPL into the DRAM, and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execution sequence jumps to the TPL.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TPL – Third Stage or Tertiary Program Loader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loads kernel into DRAM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sets up FDT and initramfs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preparation for system bootup.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TPL usually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a full bootloader such as U-Boot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permits a simple command line user interface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performs maintenance tasks such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loading new boot and kernel images into flash storage,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loading and booting a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Sequence and Steps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From bootup, the execution sequence now jumps to the TPL from the SPL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TPL executes within the DRAM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at the end of the 3rd phase - TPL loads kernel into the DRAM, and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 FDT and/or the initial RAM disk could be appended, if needed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 that the kernel is in memory waiting to be started,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execution sequence jumps to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bootloaders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Usually disappear from memory once the kernel is up and running,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Since they have no further part in the operations of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TPL hands over the control of the boot process to the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Bootloader - provides basic information to kernel, such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machine number to identify type of SoC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used on PowerPC and ARM systems without FDT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details of hardware detected thus far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size and location of Physical RAM,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CPU clock speed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 command 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is an ASCII text string that is used at bootup e.g. name of device that contains the root filesystem.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location and size of device tree binary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location and size of initial RAM disk called initramfs.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root filesystem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commonly provided as a RAM disk, and, if so,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the responsibility of the bootloader to load the RAM disk image into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We’ll see creating the root filesystems later in this course.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Device Tree?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basic information provided to kernel, on earlier slide,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architecture dependent,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very limited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meaning that the bulk of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discovered at runtime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hard-coded into kernel as platform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widespread use of platform data, meant that each board had to have the kernel configured/modified for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better way was needed - and, that is the device tree.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move away from A tags started in Feb 2013 – in Linux 3.8.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Today almost all ARM systems use device tree to gather information about the specifics of the hardware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platform, meaning that a single kernel binary can be run on a wide range of these platforms.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common on PowerPC and 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flexible way of defining hardware components in a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static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usually loaded by bootloader and passed to kernel,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have device tree in kernel image for boot loaders that can not load them.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derived from Sun Microsystems bootloader called Openboot – that was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formalized as Open Firmware spec IEEE standard IEEE1275-1994.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first used in PowerPC-based Mac, and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used for the PowerPC Linux 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subsequently adapted on a larger scale for the ARM Linux implementation,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on a much lesser extent by MIPS, MicroBlaze and other architectures.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 https://www.devicetree.org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hierarchical representation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as a tree,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hardware components in a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begins with root node - represented by 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followed by subsequent nodes representing the hardware of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 Tree Source files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large number found in arch/$ARCH/boot/dts, and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smaller number found in U-Boot Source code found in arch/$ARCH/dts.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node has a name and contains properties, in the form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name = value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property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consists of 0 or specify two values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real physical address and size/length of range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represents range of units in a register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written as 32-bit integers called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 previous example, it refers to a single bank of memory starting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0x80000000 for a length of 0x20000000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becomes more complex when address or size cannot be represented as 32-bit quantities.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e.g. on a device with 64-bit addressing - two cells are needed for each: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= &lt;0x00000000 0x80000000 0x00000000 0x80000000&gt;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Also, the number of cells required is held in #address-cells and #size-cells, higher up in the hierarchy.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to understand the reg property, there has to be a lookback for the #address-cells and #size-cells.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there is none, then the default is 1 for each.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CPUs have addresses as well.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 quad core device the cpus are addressed as 0,1,2,3 – one-dimensional array.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the #address-cells = &lt;1&gt; and #size-cells = &lt;0&gt; in the cpus node, while in the child node cpu@0 reg = &lt;0&gt;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labels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could be multiple representations of hierarchy between components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e.g data connection, but they could be connected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an interrupt controller,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 clock source, and/or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 voltage regulator.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express these connections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a label can be added to a node, and then,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the label can be referenced from other nodes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these labels are also known as phandles.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include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Since a lot of hardware is common between SoCs of same family and boards using the same SoC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common sections can go into include files, with the .dtsi extension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layering provides flexibility and reduces the need for duplicated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include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bootloader and kernel need a binary representation of device tree, so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needs to be compiled with the device tree compiler dtc,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it results in a .dtb file - device tree binary/blob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copy of dtc in Linux source in scripts/dtc/dtc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also, available as a package on many Linux distributions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 it to compile a simple device tree – without #include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 dtc simpledts-1.dts –o simpledts-1.dtb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DTC: dts-&gt;dts on file “simpledts-1.dts”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dtc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does not give helpful error messages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makes no checks other than the basic syntax, so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debugging typos can be a pain.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We’ll get into more on device trees in a later chapter.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Like the kernel,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bootloader can use a device tree to initialize an embedded SoC and peripherals.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such a device tree is super important when loading the kernel from a mass storage device such as flash.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Linux supports many boot loaders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U-Boot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supports a good number of processor architectures,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supports many individual boards and 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has been around for a long time,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has a good community for support.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started as an open-source bootloader for embedded PowerPC boards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then ported to ARM boards and then to other architectures – MIPS, SH, etc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hosted and maintained by Denx Software Engineering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See https://www.denx.de/wiki/U-Boot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Get the source code, by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either git clone,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Or, a tarball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are more than 1000 configuration files for common development boards and devices in the configs/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directory.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while the filenames are descriptive, there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more descriptive information in the per-board README files in the board/ directory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an example, for the BeagleBone Black,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 is a likely configuration file named configs/am335x_evm_defconfig, and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text “the binary produced by this board supports … Beaglebone Black” in the board’s README file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am335x chip board/ti/am335x/README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 this, building U-Boot for a Beaglebone Black is simple.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Inform U-Boot of the prefix for the cross compiler using the CROSS_COMPILE make variable, and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Selecting the configuration file for make [board]_defconfig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results of the compilation are files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u-boot : an ELF object format file suitable for use with a debugger.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u-boot.map : symbol 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u-boot.bin : U-Boot in raw binary format suitable for running on the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• u-boot.img : this is the u-boot.bin file with a U-Boot header added so that it can be uploaded to a running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copy of U-Boot.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Installing U-Boot for the first time requires external setup: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a hardware debug interface such as JTAG, to load a copy of the U-Boot directly into RAM and get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running. From there it can be copied to the flash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a built-in boot ROM, that can be used to read boot code from external sources such as SD cards,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serial interfaces or USB mass storage. This is the case with the an335x chip in the Beaglebone Black.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Using an SD card reader to write the images to the card.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There are two types: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external readers that plug into a USB port, or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- internal SD reader found on many laptops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lsblk command is a useful tool for finding out which device has been allocated.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of the common tasks used with U-Boot include: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Creating and modifying variables from the U-Boot command 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Using setenv to create/modify and printenv command to print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Formatting the boot 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since U-Boot does not have a filesystem, it tags blocks of information with a 64byte header to track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contents; this is done using the mkimage command line tool that comes with the u-boot-tools package 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Ubuntu, or created by running make tools from within the U-Boot source tree as tools/mkimage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Loading images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MMC driver handles the loading of the images from removable storage such as SD card or a network.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Booting Linux,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 bootm command starts the Linux kernel image running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Automating the boot with U-Boot scripts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U-Boot stores the sequence of commands n environment variables.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If the special variable called bootcmd contains a script it is run at power-up.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1.Setup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use example 1 for rpi4,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then, for your target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Run “time make” – using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either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example 1a for rpi4,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example 1b for rpi3B+, 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example 1c for rpi3B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from the zip 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3.Compile hello.c and the hello.cpp – for the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show the output of the file command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a) file hello-c (say using *bcc -o hello-c hello.c)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b) file hello-cpp (say using *g++ -o hello-cpp hello.cpp)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Overview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Introduction to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Examples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Hardware for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Environment for Embedded Linux Systems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7B9998-3551-4855-91CF-0D13035ECB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B487D9-D4C8-49F2-88AF-D5B1A50124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CDDFE0-2E63-43E5-8165-19C8EE29AA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C2FBEA-89F5-4A34-BC20-74B51AF327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9E1845-A097-4628-8C4E-19337A5F561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C0DB08-ADF8-4571-9FEF-72D6855BCF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835204-AE5D-499F-A7D7-22EEEF99A8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1C2B06-5D9B-4492-9C3E-9C605F7A00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3B14A8-C8EF-405C-A395-71DABCF3E0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FA622B-7E7A-4371-A3CA-E7A31FAAA1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F174F0-FBDE-49A6-97BE-1D516CD1EB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Toolchains &amp; Bootloaders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Free 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Software is considered free when its license offers to all its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following four freedoms: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Freedomto run the software for any 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Freedomto study the software and to change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Freedomto redistribute copies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Freedom to distribute copies of modified 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These freedoms are granted for both commercial and non-commercial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They imply the availability of source code, software can be modified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distributed to customers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Good match for embedded systems!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Overview and Introduction to Toolchains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Understanding and Building a Toolchain, linking and cross-compiling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Overview and Introduction to Boot Loaders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 to boot sequence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 boot loaders transfer control to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Device trees and U-Boot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O3,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cross-dev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Aset of tools that compile source code into executables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Includes a compiler, linker and runtime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run ona falgel device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Atoolchain remains constant throughout the life of a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definition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is the set of development tools available on a GNU/Linux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that includes a compiler, linker and runtime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that run on a system and generate code for the same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target cannot contain the development tools needed on the target.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target is too restricted in terms of resources such as storage or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target is too slow compared to the development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so, tools are run on the development system, but generate code for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machines used in build procedures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Some terms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build machine — where the toolchain is built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BBE machine — where the toolchain is executed, and binaries are generated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FBigel machine - where the binaries are executed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combinations of build procedures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Some terms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Native Build -— where the build, host and target are all for same architecture.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Cross-Native Build — where build is on a different architecture,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while Host and Target are same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1"/>
          <a:stretch/>
        </p:blipFill>
        <p:spPr>
          <a:xfrm>
            <a:off x="276480" y="4800600"/>
            <a:ext cx="345708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"/>
          <p:cNvPicPr/>
          <p:nvPr/>
        </p:nvPicPr>
        <p:blipFill>
          <a:blip r:embed="rId2"/>
          <a:stretch/>
        </p:blipFill>
        <p:spPr>
          <a:xfrm>
            <a:off x="5029200" y="4744440"/>
            <a:ext cx="3429000" cy="1106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combinations of build procedures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Some terms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Cross Build — where the build and host are on same architecture,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while target is different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Canadian Cross Build — where the Build, Host and Target are each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 a different architecture.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1"/>
          <a:stretch/>
        </p:blipFill>
        <p:spPr>
          <a:xfrm>
            <a:off x="685800" y="4572000"/>
            <a:ext cx="4714560" cy="149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components of toolchains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binutils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 headers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C/C++ compiler - @.g. gcc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C/C++ libraries - e.g. glibc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Debugger - e.g. gdb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 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Toolchains for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7200" y="1097280"/>
            <a:ext cx="8229240" cy="33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GCC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Traditional base for toolchains for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 for wide ranging architectures and operating systems, meaning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compatibility for existing code bases</a:t>
            </a:r>
            <a:br>
              <a:rPr sz="1800"/>
            </a:b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CLANG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Now a viable alternative to the GNU GCC compiler.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Faster compilation times and better diagnostics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Types of Toolchains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Two types of toolchains.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native - meaning same type of system as the program it generates.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cross - meaning different type of system than the target.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Almost all embedded Linux development is done using a cross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development toolchain.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cross-dev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CPU Architectures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toolchain has to be built for the target CPU.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CPU architecture: ARM, MIPS, x86_64 etc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Big- or little-endian: machine code is different for each especially since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some CPUs can operate in both modes.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Floating point support: Not all embedded CPUs have hardware FPU,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 the toolchain has to be configured to support a software floating point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library.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ABI-Application Binary Interface — calling convention for passing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parameters between function calls.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O3, O4,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 library 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a programming interface to Linux OS defined by POSIX.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implementation of the interfaces to the kernel for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Even if programs are in Java or Python, the C library is to be eventually invoked.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 Library can be bypassed; however, it is a lot of unnecessary trouble.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glibc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glibc C library from the GNU project. License LGPL. https:/Avww.gnu.org/softwarellibc/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on all GNU / Linux host systems 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performance, standards compliance and portability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quite big for small embedded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 armv7hf, version 2.31: libc: 1.5 MB, libm: 432 KB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source: https://toolchains.bootlin.com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features not needed in embedded systems can be configured out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(merged from old eglibc project).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O3,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cross-dev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uClibc-ng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uClibc-ng uClibc-ng continuation of old uClibc. License LGPL. https://uclibc-ng.org/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for most embedded arch. incl. MMU-less ones (ARM Cortex-M, Blackfin, ...).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only library supporting ARM noMMU.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lightweight C library for small embedded systems — high configurability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features may be implemented later than on glibc (real-time, floating-pt ops etc).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guaranteed binary compatibility.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need to recompile applications when the library configuration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O4,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mus! C library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mus! C library. License MIT. httos://www.must-libe.org/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lightweight, fast and simple library for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great at making small static executables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supported by build systems such as Buildroot and 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and, used by the Alpine Linux lightweight distribution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some other smaller C libraries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Several other smaller C libraries have been developed,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but none of them have a goal of allowing compilation of large existing 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typically very small static executables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only relatively simple programs,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very small root filesystems.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 to?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 library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So, how to select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using uClinux then go with uClibc-ng, else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&lt; 32MB storage then use mus! libc, else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Use glibc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Choosing a C library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 to?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General Advice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start developing and debugging applications with glibc,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itis the most standard solution.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everything works, and if there are size constraints,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try to compile the app and then the entire filesystem with uClibc or musl.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if not, it could be because of missing features in the C library.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O4,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GNU prefix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GNU uses a prefix to the name of each tool in a 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Identifies combination that was used to generate that component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e.g. x86_64-linux-gnu, mipsel-unknown-linux-gnu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Options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Considerations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ABI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Floating Point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CPU optimization flags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Obtaining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3 choices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find a ready-built 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generate using an embedded build tool,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create 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a 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Community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developed by communities of developers and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better than traditional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provides high-quality support: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directly contact the main developers of the component you are using.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answer doesn’t depend what company you work for.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so, speeds up the resolution of problems when developing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What is crosstool-NG?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Set of scripts and makefiles for generating cross-developmenttoolchains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originally called crosstool, and developed by Dan Kegel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in 2007, Yann Morin used it to create the next generation of crosstool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most convenient way to create a standalone cross toolchain from source.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because of crosstool-NG, building own toolchain is a valid and viable option.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https://bootlin.com/doc/training/lembedded-linux/embedded-linux-slides.pdf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Installing crosstool-NG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Simple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Install a native toolchain and some build tools on the host machine.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Get the current release from the crosstool-NG. The class uses version 1.24.0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Do not run as root..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prefix=${PWD} option means that the programs are installed under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current directory. It avoids the need for root permissions,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Utilities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Community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developed by communities of developers and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better than traditional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provides high-quality support: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directly contact the main developers of the component you are using.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answer doesn’t depend what company you work for.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so, speeds up the resolution of problems when developing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Build Utilities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utilities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crosstool-ng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Also, root filesystem build tools that construct a cross-compiling toolchain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Buildroot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PTXdist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OpenEmbedded/ Yocto Project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O3,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cross-dev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Toolchain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crosstool-ng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Installation either local or system-wide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list and load Sample Configurations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modify configuration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build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What is a Bootloader?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2nd element of embedded Linux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starts the system and loads the 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What does a Bootloader do?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Two main jobs, as earlier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starts the system and loads the 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At startup, system is in a very minimal state 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DRAM controller yet, no RAM memory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NAND flash or MMC controller yet, no storage subsystem access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Typically, the only resources accessible 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single CPU core,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Some on-chip static memory and the boot ROM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boot sequence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earlier times, it was a simpler model.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was in non-volatile memory - usually NOR flash memory at the 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was located at the reset vector of the processor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e.g. Oxffffffic - with a jump instruction to the start of the bootloader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would then continue running in NOR flash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initialize physical RAM — DRAM, and copy itself into there.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then loaded the kernel from flash memory to transfer control to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Today, the boot sequence is a complex multi-stage procedure.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boot sequence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Phase 1 — Load from ROM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needed due to absence of reliable external memory. known as ROM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proprietary since it is loaded into SoC chip when chip is manufactured.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open source equivalent.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can only use SRAM - Static RAM; since it does not need memory controller ..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meaning no DRAM yet, since it is device specific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boot sequence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Phase 2 — Secondary Program 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SPL - Secondary Program Loader sets 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memory controller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essential parts of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preparation for loading the TPL - Third Stage or Tertiary Program Loader.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SPL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limited by the size of the SRAM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reads the instructions from the list of devices like the ROM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the pre-programmed offsets from the start of a flash device.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prints version information and progress messages to the console.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does not allow for any user interaction.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boot sequence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Phase 3 - Third Stage Program 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TPL - Third Stage or Tertiary Program 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loads kernel into DRAM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sets up FDT and initramfs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preparation for system bootup.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TPL usually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a full bootloader such as U-Boot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permits a simple command line user interface that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performs maintenance tasks such 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loading new boot and kernel images into flash storage, and,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loading and booting a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\https://en.wikipedia.org/wiki/Bootloader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boot sequence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Last Stage — Moving from bootloader to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Bootloader - provides basic information to kernel, such 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machine number to identify type of SoC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used on PowerPC and ARM systems without FDT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details of hardware detected thus far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size and location of Physical RAM,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CPU clock speed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kernel command line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location and size of device tree binary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location and size of initial RAM disk called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O6,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boot sequence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Last Stage - Why Device Tree?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Why Device Tree 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basic information provided to kernel, on earlier slide, 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architecture dependent,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very limited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meaning that the bulk of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is discovered at runtime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hard-coded into kernel as platform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widespread use of platform data, meant that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each board had to have the kernel configured/modified for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better way was needed — and, that is the device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Device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 Tree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common on PowerPC and ARM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flexible way of defining hardware components in a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static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usually loaded by bootloader and passed to kernel,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have device tree in kernel image for boot loaders that can not load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Device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457200" y="1097280"/>
            <a:ext cx="8229240" cy="38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Basics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 Tree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hierarchical representation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as a tree,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hardware components in a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begins with root node - represented by /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followed by subsequent nodes representing the hardware of the 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Device Tree Source files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large number found in arch/$ARCH/boot/dts, and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smaller number found in U-Boot Source code found in arch/$ARCH/dts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343400" y="274320"/>
            <a:ext cx="4114800" cy="648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compatible = “ti,am33xx";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#address-cells = &lt;1&gt;;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#size-cells = &lt;1&gt;;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cpus {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#address-cells = &lt;1&gt;;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#size-cells = &lt;0&gt;;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cpu@0 {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compatible = "arm,cortex-a9";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device_type = “cpu”;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reg = &lt;0&gt;;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};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cpu@1 {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compatible = "arm,cortex-a9";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device_type = “cpu”;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= &lt;1&gt;;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memory@0x80000000 {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device_type = “memory”;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 = &lt;0x80000000 0x20000000&gt; /* 512 MB */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};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Device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reg property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reg property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consists of 0 or specify two 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real physical address and size/length of range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represents range of units in a register 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written as 32-bit integers called cells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previous example, it refers to a single bank of memory starting 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0x80000000 for a length of 0x20000000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Device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labels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there could be multiple representations of hierarchy between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e.g data connection, but they could be connected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an interrupt controller,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a clock source, and/or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a voltage regulator.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 express these connections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a label can be added to a node, and then,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the label can be referenced from other nodes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these labels are also known as phandles.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Device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include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Since a lot of hardware is common between SoCs of same family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boards using the same SoC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common sections can go into include files, with the .dtsi extension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layering provides flexibility and reduces the need for duplicated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Device Tree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compiling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bootloader and kernel need a binary representation of device tree, so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itneeds to be compiled with the device tree compiler dtc, and,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results in a .dtb file - device tree binary/blob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U-Boot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embedded Linux supports many boot loaders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U-Boot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supports a good number of processor architectures, and,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supports many individual boards and devices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has been around for a long time,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has a good community for support.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started as an open-source bootloader for embedded PowerPC boards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then ported to ARM boards and then to other architectures — MIPS, SH, etc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hosted and maintained by Denx Software Engineering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See https://www.denx.de/wiki/U-Boot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https://en.wikipedia.org/wiki/Bootloader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Building U-Boot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Get the source code, by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either git clone,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Or, a tarball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Installing U-Boot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Installing U-Boot for the first time requires external setup: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Using a hardware debug interface such as JTAG, to load a copy of the U-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Boot directly into RAM and get it running. From there it can be copied to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flash memory.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Using a built-in boot ROM, that can be used to read boot code from external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sources such as SD cards, serial interfaces or USB mass storage. This is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case with the an335x chip in the Beaglebone Black.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Using an SD card reader to write the images to the card.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There are two types: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external readers that plug into a USB port, or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- internal SD reader found on many laptops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Using U-Boot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Some of the common tasks used with U-Boot include: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Creating and modifying variables from the U-Boot command line.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Formatting the boot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Loading images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Booting Linux,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Automating the boot with U-Boot scripts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Porting U-Boot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to a new 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Steps include: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bootloader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 Notes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Toolchains.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Bootloaders.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°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Setup toolchain for your target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use example provided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the zip 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Compile hello.c or the hello.cpp — for the target.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3. Submit output of xcc.sh from the 1a directory.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Overview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 to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Examples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for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Architecture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Environment for Embedded Linux Systems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2026-06-19T11:54:42Z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