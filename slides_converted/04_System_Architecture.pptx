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1837E24-3CE0-41E8-A600-F877E7F13EE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 Decisions to be made before development starts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being able to make informed decisions concerning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storage of programs and data,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 to divide work between kernel device drivers and applications,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 to initialize the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Will Discuss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Selecting hardware for Embedded 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Storage Strategy – flash memory, fs for flash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CPU 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First, a CPU architecture that is supported by the kernel—unless the plan is to add a new architecture.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Looking at the source code for Linux 5.4, there are 25 architectures, each represented by a sub-directory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arch/ directory. They are all 32- or 64-bit architectures, most with an MMU, but some without.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ones most often found in embedded devices are Arm, MIPS, PowerPC, and x86, each in 32 and 64-bit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variants, all of which have memory management units (MMUs).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is another group that doesn't have an MMU and that runs a subset of Linux known as microcontroller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Linux or uClinux. These processor architectures include ARC (Argonaut RISC Core), Blackfin, MicroBlaze,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and Nios.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Reasonable amount of 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16 MiB is a good minimum, although it is quite possible to run Linux using half that.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even possible to run Linux with 4 MiB if the trouble is taken to optimize every part of the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may even be possible to get lower, but there comes a point at which it is no longer Linux.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non-volatile storage, usually flash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8 MiB is enough for a simple device such as a webcam or a simple router.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 with RAM, a workable Linux system can be created with less storage if really needed, but the lower you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go, the harder it becomes.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Linux has extensive support for flash storage devices, including raw NOR and NAND flash chips,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managed flash in the form of SD cards, eMMC chips, USB flash memory, and so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serial port is very useful, preferably UART-based.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does not have to be fitted on production boards, but makes board bring-up, debugging, and development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much easier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interface for loading software when starting from scratch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Many microcontroller boards are fitted with a Joint Test Action Group (JTAG) interface for this purpose.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Modern SoCs also have the ability to load boot code directly from removable media, especially SD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micro SD cards, or serial interfaces such as UART or USB.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addition, there are interfaces to the specific bits of hardware your device needs to get its job done.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Mainline Linux comes with open source drivers for many thousands of different devices, and there 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drivers (of variable quality) from the SoC manufacturer and from the OEMs of third-party chips that may be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included in the design, but remember the commitment and ability of some manufacturers.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 a developer of embedded devices, quite a lot of time is spent evaluating and adapting third-party code, 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already there, or liaising with the manufacturer if not.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Finally, there is the requirement to write the device support for interfaces that are unique to the device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 someone to do that.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devices employ flash memory in some form or another.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Flash memory is less expensive now, as storage capacities have increased to the tens of gigabytes.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objective is to understand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technology behind flash memory, as well 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 different memory organization strategies affects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low-level driver software that manages it e.g. the Linux memory technology device (MTD) layer.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each flash technology, there are different choices of 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Need look 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fs often found on embedded devices and a summary of choices for each type of flash memory,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techniques that make the best use of flash memory and presenting a coherent storage strategy.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Ubuntu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provides packages for most tools needed to create and format various filesystems.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To install the tools on an Ubuntu 20.04 LTS system, use: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$ sudo apt install e2fsprogs genext2fs mtd-utils squashfs-tools util-linux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mtd-utils package includes mtdinfo, mkfs.jffs2, sumtool, nandwrite, and the UBI command-line tools.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Storage options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Embedded devices need storage that is is physically compact, consuming little power,robust, and reliable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over a lifetime of perhaps tens of years.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Most often, this means solid-state storage.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Solid-state storage was introduced some years ago with ROM, but for the past 20 years, it was with 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underlying flash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Meanwhile, there were several generations of flash memory, from NOR to NAND to managed flash eMMC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following are the options: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NOR flash is expensive, reliable and can be mapped into the CPU address space, which means it allows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execute code directly from flash. NOR flash chips are low capacity, ranging from a few MB to about a GB.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NAND flash is much cheaper than NOR and is available in higher capacities, from 10s of MB to 10s of GB.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However, it needs a lot of hardware and software support to turn it into a useful storage medium.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Managed flash consists of NAND flash chips, with a additional controller to handle complexities of flash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memory and provide a hardware interface similar to that of a hard disk. It removes complexity from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driver software and insulates system designers from frequent changes in flash technology. SD cards,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eMMC chips, and USB flash drives are in this category. Almost all current generations of smartphones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tablets have eMMC storage, and this trend is likely to progress with other categories of embedded devices.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Hard drives are seldom found in embedded systems. However, one exception is digital video recording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set-top boxes and smart TVs, where a large amount of storage is needed with fast write times..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NOR Flash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erase blocks and erase cycles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memory cells in NOR flash chips are arranged into erase blocks of, around, 128 KiB. erasing a block sets all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bits to 1 - one word at a time (8, 16, or 32 bits, depending on data bus width). Each erase cycle damages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memory cells slightly, and after a number of cycles, the erase block is unreliable and is unusable anymore.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 maximum number of erase cycles is given in the data sheet for the chip and is usually in the range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100K to 1M.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maps into CPU address space - including reset vector and bootloader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chip is mapped into CPU address space, meaning that code is executed directly from NOR flash.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It includes the bootloader code as it needs no initialization beyond hardwiring the address mapping.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SoCs that support NOR flash have a default memory mapping encompassing the reset vector of the CPU.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Further, the kernel, and even the root fs, can be located in flash memory, avoiding need to copying them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into RAM, in a technique known as eXecute In Place, or XIP. It creates devices with small memory footprint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Flash Interface - CFI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CFI is a standard register-level interface supported by all modern NOR flash chips.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 CFI is described in standard JESD68 https://www.jedec.org/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NAND Flash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SLC, MLC and TLC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First generation NAND chips stored one bit per memory cell known as a single-level cell (SLC) organization.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Then, came two bits per cell in multi-level cell (MLC) or three bits per cell in trilevel cell (TLC) chips.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With increase in number of bits per cell, reliability decreased, thereby requiring more complex controller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hardware and software to compensate. Use SLC NAND flash chips where reliability is a concern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erase blocks and erase cycles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Similarly, memory cells in NAND flash chips is from 16 KiB to 512 KiB; erasing a block sets all bits to 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As before, each erase cycle damages memory cell, and after some #cycles, the erase block is unreliable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and is unusable anymore. The maximum number of erase cycles is as small as 1K cycles for TLC chips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up to 100K for SLC..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not maps into CPU address space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NAND flash is read and written in pages, usually 2 or 4 KB and not byte-by-byte. Also, it cannot be mapped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into CPU address space, so code and data have to be copied into RAM before they can be accessed.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ECC - Error Correction Codes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Used for detecting/correcting bit flips in data transfers to and from the chip.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SLC chips generally use a simple hamming code, to correct a single-bit error in a page read.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MLC and TLC chips need more sophisticated codes, such as Bose-Chaudhuri-Hocquenghem (BCH), which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corrects up to 8-bit errors per page.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OOB for ECC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ECCs are stored in an extra area of memory per page known as out-of-band (OOB) area, or the spare area.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SLC has 1B of OOB per 32B, so a 2 KB page device has OOB 64B/page, and for 4 KB page, it is 128B.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MLC, TLC chips have larger OOB areas, to due to complex ECCs.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OOB for Bad blocks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brand new chips can have up to 2% of their blocks marked bad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During production, manufacturer tests all blocks and flags a failing block in the OOB area of each page in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block. So, it is common for brand new chips have up to 2% of their blocks marked bad in this way.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Save the OOB information for analysis before erasing the area, when there is a problem.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Also, expect for a similar proportion of errors on erase before the erase cycle limit is reached.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NAND flash driver should detect this and avoid it as bad.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OOB for filesystem metadata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some bytes are left once the space in OOB is used for ECC and bad blocks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these free bytes are used by some flash filesystems to store filesystem metadata.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therefore, many parts of the system are interested in the layout of the OOB area: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 ROM boot code, bootloader, kernel MTD driver, filesystem code, and tools to create fs images..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Further, there is not much standardization, so there may be situations in which the bootloader writes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an OOB format that cannot be read by the kernel MTD driver.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needs a NAND flash controller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a part of the SoC, and a corresponding driver is needed in the bootloader and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NAND flash controller.is needed for access – and handle the hardware interface for the chip, to transfer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to and from pages, and includes hardware for error correction.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ONFI - Open NAND Flash Interface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a standard register-level interface for modern NAND flash chips. See http://www.onfi.org/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Modern NAND flash technology is complicated.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Pairing NAND flash memory with a controller is no longer enough.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also needs interfaces to the hardware to abstract technical details, such as error correction.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Managed Flash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Supporting flash memory in the OS esp. NAND is simpler if there is a well-defined hardware interface and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standard flash controller. It hides the complexities of the memory. It means combining flash chips with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microcontroller to offer an ideal storage device with a small sector size, and compatible with conventional 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This is managed flash memory, and it is becoming more and more common.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important types of these chips are Secure Digital (SD) cards and eMMC - the embedded variant.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MMC - MultiMediaCard and Secure Digital cards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MMC was introduced in 1997 by SanDisk and Siemens as a form of packaged storage using flash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1999,SanDisk, Matsushita, and Toshiba created the Secure Digital (SD) card - based on MMC, but adds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encryption and DRM (the "secure" part of the name).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Both were intended for consumer electronics such as digital cameras, music players, and similar devices.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SD cards are dominant in consumer and embedded electronics, though encryption is seldom used.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small packaging: mini SD and microSD;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large capacities: high capacity SDHC &lt;=32 GB, and extended capacity SDXC up to 2TB.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hardware interface for MMC and SD cards is very similar .. full-sized MMC cards can be used in full-sized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SD card slots - but not other way. Early versions of MMC used a 1-bit Serial Peripheral Interface (SPI);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more recent cards use a 4-bit interface.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SD card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Inside an SD card there is a microcontroller and one or more NAND flash chips.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microcontroller implements a command set for reading and writing memory in sectors of 512 bytes;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and, manages the flash memory, performing the function of a flash translation layer.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preformatted with a FAT filesystem: FAT16 on SDSC cards, FAT32 on SDHC, and exFAT on SDXC.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and the quality of NAND flash chips and software on the microcontroller varies greatly between cards.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FAT fs is prone to file corruption so, it is questionable whether it iis reliable for deep embedded use.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prime use case for MMC and SD cards is for removable storage for cameras, tablets, and phones.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eMMC - Embedded MMC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simply MMC memory that is packaged and soldered on to the motherboard - using a 4- or 8-bit interface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data transfer.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chips are intended to be used as storage for an operating system and are not preformatted with any 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CF - CompactFlash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uses a subset of Personal Computer Memory Card International Association (PCMCIA) hardware interface.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CF exposes memory through a parallel ATA interface and appears to the OS as a standard hard disk.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They were common in x86-based single board computers and professional video and camera equipment.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USB flash drive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memory is accessed through a USB interface and the controller implements the USB mass storage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specification, as well as the flash translation layer and interface to the flash chip, or chips.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USB mass storage protocol, in turn, is based on the SCSI disk command set.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usually preformatted with a FAT filesystem – similar to MMC and SD cards.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main use case in embedded systems is to exchange data with PCs.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Universal Flash Storage (UFS)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a recent addition to the list of options for managed flash storage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like eMMC, it is packaged in a chip that is mounted on the motherboard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has a high-speed serial interface and can achieve data rates greater than eMMC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supports a SCSI disk command set.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Accessing Flash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need for bootloader to load kernel binaries and other images from various flash devices,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perform system maintenance tasks such as erasing and reprogramming flash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bootloader must have the drivers and infrastructure needed to support read, erase, and write operations 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type of memory: whether it be NOR, NAND, or managed.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While U-Boot is discussed, other bootloaders follow a similar pattern.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U-Boot and NOR flash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U-Boot has drivers for NOR CFI chips in drivers/mtd and utilizes various erase commands to erase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and cp.b to copy data byte by byte, programming the flash cells.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Suppose NOR flash memory is mapped from 0x40000000 to 0x48000000, of which 4 MB, starting 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0x40040000, is a kernel image.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To load a new kernel into flash, use these U-Boot commands: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=&gt; tftpboot 100000 uImage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=&gt; erase 40040000 403fffff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=&gt; cp.b 100000 40040000 $(filesize)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The filesize variable in the preceding example is set by the tftpboot command, to the size of the file just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downloaded.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Storage Options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U-Boot and NAND flash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NAND flash, you need a driver for the NAND flash controller on your SoC, which you can find in the U-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Boot source code in the drivers/mtd/nand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You can use the nand command to manage memory using the erase, write, and read sub-commands. This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shows a kernel image being loaded into RAM at 0x82000000 and then placed into flash, starting 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0x280000 offset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load a new kernel into flash, use these U-Boot commands: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=&gt; tftpboot 82000000 uImage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=&gt; nand erase 280000 400000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=&gt; nand write 82000000 280000 $(filesize)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U-Boot can also read files stored in the JFFS2, YAFFS2, and UBIFS filesystems.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nand write will skip blocks that are marked as bad.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 data being written is for a filesystem, make sure that the filesystem also skips bad blocks.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U-Boot and MMC, SD, and eMMC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U-Boot has drivers for several MMC controllers in drivers/mmc.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U-Boot can access raw kernel and filesystem images.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raw data is accessed using mmc read and mmc write at the user interface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U-Boot can also read files from the FAT32 and ext4 filesystems on MMC storage.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U-Boot needs drivers to access NOR, NAND, and managed flash.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driver to use depends on the choice of NOR chip or the flash controller on the SoC.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Accessing raw NOR and NAND flash from Linux involves additional layers of software.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Accessing Flash Memory is handled by MTD - Memory Technology Device subsystem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provides the basic interfaces to read, erase, and write blocks of Raw NOR and NAND flash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For NAND flash, there are also functions to handle the OOB area and identify bad blocks.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For managed flash, drivers are needed to handle a particular hardware interface.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- MMC/SD cards and eMMC use the mmcblk driver, while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- CompactFlash and hard drives use the SCSI disk driver, sd.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- USB flash drives use the usb_storage driver, together with the sd driver.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MTD - Memory Technology Device subsystem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MTD subsystem was started by David Woodhouse in 1999, and developed extensively thereafter.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MTD consists of three layers: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a core set of functions,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a set of drivers for various types of chips,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user-level drivers that present the flash memory as a char device or a block device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chip drivers are at the lowest level and interface with flash chips.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NOR: Only a small number of drivers are needed for NOR flash chips, enough to cover the CFI standard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and variations, plus a few non-compliant chips, which are now mostly obsolete.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NAND: For NAND flash, a driver is needed for the NAND flash controller being used; which is usually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supplied as part of the board support package.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There are drivers for about 40 of them in the current mainline kernel, in the drivers/mtd/nand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MTD Partitions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partition flash memory into several areas, to provide space for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bootloader,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kernel image,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root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Filesystems for flash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several challenges when it comes to making efficient use of flash memory for mass storage: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mismatch between the size of an erase block and a disk sector,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limited number of erase cycles per erase block,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need for bad block handling on NAND chips.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differences are resolved by a flash translation layer, or FTL.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Filesystems for flash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flash translation layer has the following features: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 allocation: Filesystems work best with a small allocation unit, traditionally a 512-byte sector.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much smaller than a flash erase block of 128 KB or more. Therefore, erase blocks are subdivided into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smaller units to avoid wasting large amounts of 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Garbage collection: A consequence of suballocation is that an erase block will contain a mixture of good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stale data once the filesystem has been in use for a while. Since we can only free up whole erase blocks,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only way to reclaim this free space is to coalesce the good data into one place, and then return the now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empty erase block to the free list. This is known as garbage collection, and is usually implemented as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background thread.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Wear leveling: There is a limit on the number of erase cycles for each block. To maximize the lifespan of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chip, it is important to move data around so that each block is erased roughly the same number of times.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Bad block handling: On NAND flash chips, avoid using any block marked bad and mark good blocks as bad 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they cannot be erased.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Robustness: Embedded devices may be powered off or reset without warning, so any filesystem should be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able to cope without corruption, usually by incorporating a journal or a log of transactions.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are several ways to deploy the flash translation layer: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the filesystem: As with JFFS2, YAFFS2, and UBIFS.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the block device driver: The UBI driver, which UBIFS depends on, implements some aspects of a flash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translation layer.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the device controller: As with managed flash devices.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Filesystems for flash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filesystem that understands the peculiarities of the underlying technology: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such filesystems: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JFFS2 (Journaling Flash File System 2): This was the first flash filesystem for Linux and is still in use today.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It works for NOR and NAND memory, but is notoriously slow during mount.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YAFFS2 (Yet Another Flash File System 2): This is similar to JFFS2, but specifically for NAND flash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memory. It was adopted by Google as the preferred raw flash filesystem on Android devices.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UBIFS (Unsorted Block Image File System): This works in conjunction with the UBI block driver to create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reliable flash filesystem. It works well with both NOR and NAND memory, and since it generally offers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better performance than JFFS2 or YAFFS2, it should be the preferred solution for new designs.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of these use MTD as the common interface to flash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Journaling Flash File System had its beginnings in the software for the Axis 2100 network camera in 1999.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many years, it was the only flash filesystem for Linux and has been deployed on many thousands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different types of devices. Today, it is not the best choice, but it shows the beginning of the evolutionary path.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JFFS2 is a log-structured filesystem that uses MTD to access flash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In a log-structured fs, changes are written sequentially as nodes to flash memory. A node may contain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changes to a directory, such as names of files created or deleted, or it may contain changes to file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After a while, a node may be superseded by information contained in subsequent nodes and becomes 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obsolete node. Both NOR and NAND flash are organized as erase blocks. Erasing a block sets all bits to 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JFFS2 categorizes erase blocks into three types: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Free: This contains no nodes at all.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Clean: This only contains valid nodes.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Dirty: This contains at least one obsolete node.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At any one time, there is one block receiving updates, which is called the open block.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If power is lost or the system is reset, the only data that can be lost is the last write to the open block.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In addition, nodes are compressed as they are written, increasing the effective storage capacity of the flash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chip, which is important if using expensive NOR flash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When the number of free blocks falls below a certain threshold, a garbage collector kernel thread is started,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which scans for dirty blocks, copies the valid nodes into the open block, and then frees up the dirty block.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YAFFS2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YAFFS filesystem was written specifically to handle NAND flash chips at a time when JFFS2 did not.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Subsequent changes to handle larger (2 KiB) page sizes resulted in YAFFS2.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YAFFS is also a log-structured filesystem that follows the same design principles as JFFS2.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different design decisions mean that it has a faster mount-time scan, simpler and faster garbage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collection, and has no compression, which speeds up reads and writes at the expense of less efficient use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of storage.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YAFFS is not limited to Linux; it has been ported to a wide range of operating 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has a dual license: GPLv2, in order to be compatible with Linux, and a commercial license for other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operating systems. Unfortunately, the YAFFS code has never been merged into mainline Linux, so have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patch the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get YAFFS2 and patch a kernel, use the following: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git clone git://www.aleph1.co.uk/yaffs2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cd yaffs2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./patch-ker.sh c m &lt;path to your link source&gt;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Then, configure the kernel with CONFIG_YAFFS_YAFFS2.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UBI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Unsorted Block Image (UBI) driver is a volume manager for flash memory that takes care of bad block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handling and wear leveling.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was implemented by Artem Bityutskiy and first appeared in Linux 2.6.22.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parallel with that, engineers at Nokia were working on a filesystem that would take advantage of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features of UBI, which they called UBIFS; it appeared in Linux 2.6.27.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Splitting the flash translation layer in this way makes the code more modular and also allows other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filesystems to take advantage of the UBI driver.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UBI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provides ideal, reliable view of flash chip - maps physical erase blocks (PEB) to logical erase blocks (LEB).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Bad blocks are not mapped to LEBs and are never used. If a block cannot be erased, it is marked as bad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and dropped from mapping. UBI keeps a count of number of times each PEB has been erased in header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LEB, and then changes the mapping to ensure that each PEB is erased the same number of times.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UBI accesses the flash memory through the MTD layer. As an extra feature, it can divide an MTD partition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into a number of UBI volumes, which improves wear leveling: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imagine that there are two filesystems, one containing fairly static data, such as a root filesystem,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other containing data that is constantly changing.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If they are stored in separate MTD partitions, wear leveling only has an effect on the second one,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whereas if they are stored in two UBI volumes in a single MTD partition, the wear leveling takes place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over both areas of the storage, and the lifetime of the flash memory is increased.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UBI fulfills two major requirements of a flash translation layer: wear leveling and bad-block handling.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UBI and UBIFS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UBIFS uses a UBI volume to create a robust filesystem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adds sub-allocation and garbage collection to create a complete flash translation layer.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has write-back caching, which means writes are much faster, but with the usual problem of potential loss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data that has not been flushed from the cache to flash memory in the event of power down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resolve problem by using fsync(2) and fdatasync(2) functions to force a flush of file data at crucial points.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UBIFS has a journal for fast recovery in the event of power down.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Minimum size of the journal is 4 MiB, so UBIFS is not suitable for very small flash devices.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Once the UBI volumes are created, mount them using the device node for the volume, such as /dev/ubi0_0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# mount -t ubifs ubi0:vol_1 /mnt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Creating a filesystem image for UBIFS is a two-stage process: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first, create a UBIFS image using mkfs.ubifs, and then embed it into a UBI volume using ubinize.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mkfs.ubifs -r rootfs -m 2048 -e 124KiB -c 256 -o rootfs.ubi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mkfs.ubifs is provided the page size with -m, the size of the UBI LEB with -e, and the maximum number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of erase blocks in the volume with -c.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If the first volume is 32 MiB and an erase block is 128 KiB, then the number of erase blocks is 256.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So, it takes the contents of the rootfs directory and creates a UBIFS image named rootfs.ubi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the trend toward managed flash technologies continues, particularly eMMC, consider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 to use it effectively.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 they appear to have the same characteristics as hard disk drives,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yet underlying NAND flash chips have limitations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large erase blocks with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limited erase cycles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bad block handling.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Also, need robustness in the event of losing power.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It is possible to use any of the normal disk filesystems, but choose one that reduces disk writes and has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fast restart after an unscheduled shutdown.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flashbench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tool to deduce erase block size and page size,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to make optimum use of the underlying flash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initially written by Arnd Bergman, as described in LWN article available at https://lwn.net/Articles/428584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get the code from https://github.com/bradfa/flashbench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Discard and TRIM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when a file is deleted, only the modified directory node is written to storage, while the sectors containing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file's contents remain unchanged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so, when flash translation layer is in disk controller - e.g. managed flash, it does not know that this group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disk sectors no longer contains useful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additional commands that pass information about deleted sectors down to the disk controller has improved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this situation.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the SCSI and SATA specifications have a TRIM command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and MMC has a similar command named ERASE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In Linux, this feature is known as discard.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extended filesystem, ext, has been the main filesystem for Linux desktops since 1992.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ext4, is current version and is very stable and well-tested.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ext4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has a journal that makes recovering from an unscheduled shutdown fast and mostly painless.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a good choice for managed flash devices, and it is preferred for Android devices with eMMC storage.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further, if the device supports discard, mount with the -o discard option.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format and create an ext4 filesystem at runtime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# mkfs.ext4 /dev/mmcblk0p2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# mount -t ext4 -o discard /dev/mmcblk0p1 /mnt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genext2fs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create a filesystem image at build time, use genext2fs available at http://genext2fs.sourceforge.net.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this example, the block size is specified with -B and the number of blocks in the image with -b: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genext2fs -B 1024 -b 10000 -d rootfs rootfs.ext4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genext2fs can make use of a device table to set the file permissions and ownership, with -D [file table].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this will actually generate an image in Ext2 format.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upgrade to Ext4 using tune2fs as follows (details of command options are in the tune2fs(8) man page):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tune2fs -j -J size=1 –O filetype,extents,uninit_bg,dir_index rootfs.ext4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e2fsck -pDf rootfs.ext4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F2FS - Flash-Friendly File System, known as F2FS,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a log-structured filesystem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designed for managed flash devices, especially eMMC chips and SD cards.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written by Samsung and was merged into mainline Linux in 3.8.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marked as experimental, indicating that it has not been extensively deployed yet,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but some Android devices are using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takes into account the page and erase block sizes, and then tries to align data on these boundaries.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log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provides resilience in the face of power down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provides good write performance showing a twofold improvement over ext4.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good description of the design of F2FS in kernel documentation in Documentation/filesystems/f2fs.txt,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mkfs.f2fs utility creates an empty F2FS filesystem with the -l label: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# mkfs.f2fs -l rootfs /dev/mmcblock0p1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# mount -t f2fs /dev/mmcblock0p1 /mnt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isn't (yet) a tool you can use to create F2FS filesystem images offline.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FAT16/32, - old Microsoft filesystems, FAT16 and FAT32.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continue to be important as a common format understood by most operating 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When an SD card or USB flash drive is bought, it is almost certain to be formatted as FAT32 and, in some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cases, the on-card microcontroller is optimized for FAT32 access patterns.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Also, some boot ROMs require a FAT partition for second-stage bootloader – e.g. TI OMAP-based chips,.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FAT formats are definitely not suitable for storing critical files because they are prone to corruption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make poor use of the storage 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Linux supports FAT16 through the msdos filesystem and both FAT32 and FAT16 through the vfat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mount a device, say an SD card, on the second MMC hardware adapter: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# mount -t vfat /dev/mmcblock1p1 /mnt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FAT32 has a limitation of 32 GiB on the device's size.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Devices of a larger capacity are formatted using Microsoft exFAT format, and it is required for SDXC cards.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There is no kernel driver for exFAT, but is supported by means of a user space FUSE driver.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exFAT is proprietary to Microsoft, so there could be licensing implications for this format on a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IMPORTANT NOTE In the past, there were licensing issues with vfat driver, for infringing a patent held by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Microsoft.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Read-only compressed filesystems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Compressing data is useful if there is not quite enough storage to fit everything 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Both JFFS2 and UBIFS do on-the-fly data compression by default.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However, if the files are never going to be written, as is usually the case with the root filesystem, better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compression ratios can be achieved by using a read-only compressed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Linux supported several of these: romfs, cramfs, and squashfs.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first two are obsolete now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SquashFS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was written as a replacement for cramfs - by Phillip Lougher in 2002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existed as a kernel patch for a long time, eventually merged into mainline Linux in version 2.6.29 in 2009.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very easy to use: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create a filesystem image using mksquashfs and install it to the flash memory: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mksquashfs rootfs rootfs.squashfs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resulting filesystem is read-only, so there is no mechanism for modifying any of the files at runtime.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only way to update a SquashFS filesystem is to erase the whole partition and program in a new image.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not bad-block aware and so must be used with reliable flash memory such as NOR flash.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can be used on NAND flash so long as UBI is used to create an emulated, reliable MTD.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Enable CONFIG_MTD_UBI_BLOCK kernel configuration,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to create a readonly MTD block device for each UBI volume.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read-only filesystem is great for immutable contents.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tmpfs is ideal, when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some files that have a short lifetime or have no significance after a reboot.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such files are put into /tmp, and so it makes sense to keep these files from reaching permanent storage.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create a temporary RAM-based filesystem by simply mounting tmpfs: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$ mount -t tmpfs tmp_files /tmp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like procfs and sysfs, there is no device node for tmpfs, so a placekeeper string tmp_files was used above.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amount of memory used will grow and shrink as files are created and deleted.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default maximum size is half the physical RAM.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a disaster if tmpfs became that large, so it is a very good idea to cap it with -o size parameter.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parameter can be given in bytes, KiB (k), MiB (m), or GiB (g), like this, for example: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# mount -t tmpfs -o size=1m tmp_files /tmp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addition to /tmp, some subdirectories of /var contain volatile data, and it is a good practice to use tmpfs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for them as well, either by creating a separate filesystem for each or by using symbolic links.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Buildroot does this::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/var/cache -&gt; /tmp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/var/lock -&gt; /tmp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/var/log -&gt; /tmp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/var/run -&gt; /tmp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/var/spool -&gt; /tmp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/var/tmp -&gt; /tmp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Making the root filesystem read-only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make a target device able to survive unexpected events, including file corruption, and still be able to boot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and achieve at least a minimum level of functionality.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a key part of achieving the goal because it eliminates accidental overwrites.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easy: replace rw with ro on the kernel command line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use an inherently read-only filesystem such as SquashFS.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However, you will find that there are a few files and directories that are traditionally writable: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/etc/resolv.conf: is written by network configuration scripts to record the addresses of DNS name servers.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information is volatile, so you simply have to make it a symlink to a temporary directory; for example,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/etc/resolv.conf -&gt; /var/run/resolv.conf.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/etc/passwd: This file, along with /etc/group, /etc/shadow, and /etc/gshadow, stores user and group names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and passwords. They need to be symbolically linked to an area of persistent storage.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/var/lib: Many applications expect to be able to write to this directory and keep permanent data 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One solution is to copy a base set of files to a tmpfs filesystem at boot time and then bind mount /var/lib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new location. It can be done by sequence of commands such as these into one of the boot scripts: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$ mkdir -p /var/volatile/lib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$ cp -a /var/lib/* /var/volatile/lib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$ mount --bind /var/volatile/lib /var/lib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choices and options: summary of options available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looked at the technology behind solid-state memory and at the many types of filesystems.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most cases, storage requirements are divided into these three categories.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Permanent, read-write data: Runtime configs, network parameters, passwords, data logs, user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choices for read-write storage are as follows: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• NOR: UBIFS or JFFS2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• NAND: UBIFS, JFFS2, or YAFFS2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• eMMC: ext4 or F2FS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Permanent, read-only data: Programs, libraries, config files that are constant; e.g. the root filesystem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For read-only storage, you can use any of these, mounted with the ro attribute: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Additionally, if you want to save space, you could use SquashFS.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Finally, for volatile storage, there is only one choice: tmpfs.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Volatile data: Temporary storage; for example, /tmp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Flash memory has been the storage technology of choice for embedded Linux from the beginning.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Over the years, Linux has gained very good support, from low-level drivers up to flash-aware filesystems,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with the latest being UBIFS.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As the rate at which new flash technologies are introduced increases,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it is becoming harder to keep pace with the changes at the high end.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System designers are increasingly turning to managed flash in the form of eMMC, to provide a stable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hardware and software interface that is independent of the memory chips inside.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Embedded Linux developers are beginning to get to grips with these new chips.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Support for TRIM in ext4 and F2FS is well-established, and it is slowly finding its way into the chips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themselves.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Also, the appearance of new filesystems that have been optimized to manage flash, such as F2FS, is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welcome step forward.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 However, the fact remains that flash memory is not the same as a hard disk drive.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9. You have to be careful when you're minimizing the number of filesystem writes – especially as the higher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density TLC chips may be able to support as few as 1,000 erase cycles.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Setup buildroot for your target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example 2/2a/2b for rpi4/rpi3B+/rpi3B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in the zip 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Copy to SD Card and boot up the Rpi.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Submit screenshot of the build and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Discussed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Storage Strategy – flash memory, fs for flash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saw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Overview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Introduction to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Examples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Hardware for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5. System Architecture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6. Environment for Embedded Linux Systems Development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7. No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8.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94A80D-E4D7-4743-B8E3-1321D91866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438332-EEB5-4BE3-B4AB-4FF65E000C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CD9EA3-94AD-4AAA-8C18-6995270EF0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492F9D-98AB-4197-A07F-D2D018760B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391D7F-863F-435C-B29E-BD5192D962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C73731-17B1-469A-9757-D738452D63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C2DBB1-3FD5-42C9-8DC6-E0A899F1EE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130C2E-5EB1-4638-9C74-A2330671BF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5B11B8-47E8-4F6D-913F-AAE0D7EE89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422F81-8CE8-4AEA-AF3C-EDB15589DB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B70073-6AD8-40A5-8622-1481F476BC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System 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Flash Memory — Devices and 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Chapter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Selecting hardware for Embedded Linux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Storage Strategy — flash memory, fs for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°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Selecting hardware for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embedded Linux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° First is a CPU architecture that is supported by the kernel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Second is a reasonable amount of 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*Third — is non-volatile storage, usually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«Fourth is a serial port is very useful, preferably UART-based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° Fifth is loading software when starting from scratch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e.g. load from JTAG interface, or boot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directly from removable media, especially SD and micro SD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cards, or serial interfaces such as UART or USB.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Storage Strategy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mass storage options for embedded devices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have a great impact on the rest of the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for robustness, speed, and methods used for in-field updates.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Storage Options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Why Storage? What are the options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NOR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NAND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Managed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Hard drives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Storage Options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NOR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NOR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erase blocks and erase cycles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maps into CPU address space - including reset vector and 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Hard drives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Storage Options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NAND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NAND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much cheaper than NOR flash and has a higher capacity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SLC, MLC and TLC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erase blocks and erase cycles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does not map into CPU address 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ECC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OOB for ECC, Bad Blocks, Filesystem metadata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Need for a flash controller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ONFI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Storage Options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Managed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Managed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well-defined hardware interface and a standard flash controller to hide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complexities of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MultiMediaCard and,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Secure Digital SD cards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eMMC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CF —- Compact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USB Flash Drive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Universal Flash Storage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Accessing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from 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Accessing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need for bootloader to load kernel binaries and other images from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various flash devices,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perform system maintenance tasks such as erasing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reprogramming flash memory.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Accessing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from Linux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Accessing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is handled by MTD - Memory Technology Device subsystem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MTD consists of three layers: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acore set of functions,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aset of drivers for various types of chips,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user-level drivers to access flash memory as a char or a block device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Accessing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457200" y="1097280"/>
            <a:ext cx="8229240" cy="56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from Linux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MTD Partitions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partition flash memory into several areas, to provide space for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bootloader,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akernel image,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root filesystem.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MTD Partition Information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read from /proc/mtd - for a summary of the configuration at runtime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# cat /proc/mtd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dev: size erasesize 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mtd0: 00080000 00020000 "SPL"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mtd1: 000C3000 00020000 "U-Boot"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mtd2: 00020000 00020000 "U-BootEnv"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mtd3: 00400000 00020000 "Kernel"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mtd4: 07A9D000 00020000 "Filesystem“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several challenges when it comes to making efficient use of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memory for mass storage: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Flash translation layers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Features include: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Sub allocation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Garbage collection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Wear leveling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Bad block handling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Robustness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There are several ways to deploy the flash translation layer: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 the filesystem: As with JFFS2, YAFFS2, and UBIFS.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In the block device driver: The UBI driver, which UBIFS depends on,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implements some aspects of a flash translation layer.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 the device controller: As with managed flash devices.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NOR and NAND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three such filesystems: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JFFS2 (Journaling Flash File System 2):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 YAFFS2 (Yet Another Flash File System 2):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UBIFS (Unsorted Block Image File System):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NOR and NAND flash memory: JFFS2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JFFS2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JFFS2 is a log-structured filesystem that uses MTD to access flash memory.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Ina log-structured fs, changes are written sequentially as nodes to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memory.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Anode may contain changes to a directory, such as names of files created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deleted, or it may contain changes to file 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After a while, a node may be superseded by information contained 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subsequent nodes and becomes an obsolete node.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Both NOR and NAND flash are organized as erase blocks.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 Erasing a block sets all bits to 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NOR and NAND flash memory: YAFFS2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YAFFS2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YAFFS filesystem was written specifically to handle NAND flash chips 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time when JFFS2 did not.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Subsequent changes to handle larger (2 KiB) page sizes resulted in YAFFS2.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YAFFS is also a log-structured filesystem that follows the same design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principles as JFFS2.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different design decisions mean that it has a faster mount-time scan,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simpler and faster garbage collection, and has no compression, which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speeds up reads and writes at the expense of less efficient use of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457200" y="1097280"/>
            <a:ext cx="8229240" cy="61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NOR and NAND flash memory: UBI &amp; UBIFS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UBI - is a Volume manager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provides ideal, reliable view of flash chip.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maps physical erase blocks (PEB) to logical erase blocks (LEB).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Bad blocks are not mapped to LEBs and are never used.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UBl accesses the flash memory through the MTD layer.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Additionally, it can divide an MTD partition into a number of UBI volumes,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which improves wear leveling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fulfills two major requirements of a flash translation layer: wear leveling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bad-block handling.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UBIFS - is a filesystem -- to follow next.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# ubiformat /dev/mtd6 -s 2048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# ubiattach -p /dev/mtd6 -O 2048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# ubimkvol /dev/ubi0 -N vol_1 -s 32MiB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# ubimkvol /dev/ubi0 -N vol_2 -m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NOR and NAND flash memory: UBIFS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UBIFS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UBIFS uses a UBI volume to create a robust filesystem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adds sub-allocation and garbage collection to create a complete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translation layer.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has write-back caching; flush frequently to persistent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minimum size of journal is 4 MB - so not suitable for very small flash devices.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managed flash: 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 the trend toward managed flash technologies continues, particularly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eMNC, consider how to use it effectively.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 they appear to have the same characteristics as hard disk drives,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yet underlying NAND flash chips have limitations 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large erase blocks with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limited erase cycles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bad block handling.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457200" y="1097280"/>
            <a:ext cx="8229240" cy="21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tools for managed flash: flashbench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flashbench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tool to deduce erase block size and page size,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to make optimum use of the underlying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sudo ./flashbench -a /dev/mmcblk0 --blocksize=1024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commands for managed flash: Discard and TRIM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Discard and TRIM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commands that pass information about deleted sectors to the disk controller.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managed flash: ext4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extended filesystem, ext, has been the main filesystem for Linux desktops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since 1992.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ext4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is current version and is very stable and well-tested.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has ajournal that makes recovering from an unscheduled shutdown fast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mostly painless.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is agood choice for managed flash devices, and it is preferred for Android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devices with eMMC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further, if the device supports discard, mount with the -o discard option.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managed flash: F2FS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F2FS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is alog-structured filesystem that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provides resilience in the face of power down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provides good write performance showing a twofold improvement over ext4.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designed for managed flash devices, especially eMMC chips and SD cards.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marked as experimental, indicating that it is not extensively deployed yet,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but some Android devices are using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O4, O6,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managed flash: FAT 16/32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FAT16/32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old Microsoft filesystems.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continue to be important as a common format understood by most OSs.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not suitable for storing critical files because they are prone to corruption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make poor use of the storage 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Linux supports FAT16 through the msdos filesystem and both FAT32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FAT 16 through the vfat filesystem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managed flash: Read-only compressed filesystems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Read-only compressed filesystems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Compressing data is useful if there is not quite enough storage to fit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everything 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However, if the files are never going to be written, as is usually the case with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root filesystem, better compression ratios can be achieved by using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read-only compressed filesystem.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managed flash: SquashFS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SquashFS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mechanism for modifying any of the files at runtime.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only way to update is to erase whole partition and program in a new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isnot bad-block aware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 must be used with reliable flash memory such as NOR flash,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can be on NAND flash so long as UBI is used for an emulated, reliable MTD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managed flash: tmpfs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tmpfs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some files that have a short lifetime or have no significance after a reboot.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such files are put into /tmp, and so it makes sense to keep these files from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reaching permanent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device node for tmpfs,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default maximum size is half the physical 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amount of memory used will grow and shrink as files are created and deleted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making the root filesystem read-only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Making the root filesystem read-only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such files are put into /tmp, and so it makes sense to keep these files from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reaching permanent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device node for tmpfs,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default maximum size is half the physical 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amount of memory used will grow and shrink as files are created and deleted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Filesystems for flash memory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choices and options: summary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choices and options: summary of options available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looked at the technology behind solid-state memory and at the many types 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filesystems.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 In most cases, storage requirements are divided into these three categories.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Permanent, read-write data: Runtime configuration, network parameters,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passwords, data logs, and user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Permanent, read-only data: Programs, libraries, and configurations files that 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constant; for example, the root filesystem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Volatile data: Temporary storage; for example, /tmp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 Notes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Flash Memory.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Filesystems.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Further reading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General MTD documentation: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http://www.linux-mtdinfradead.org/doc/general.html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Flash-Friendly File System (F2FS), by Joo-Young Hwang: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https://elinux.org/images/1/12/Elc2013_Hwang.pdf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An F2FS teardown, by Neil Brown: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https://Iwn.net/Articles/518988/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Quiz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Canvas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10 Questions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45 Mins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6 Attempts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Highest Retained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Assignment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1. Setup buildroot for your target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example 2/2a/2b for rpi4/rpi3B+/rpi3B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the zip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2. Copy to SD Card and boot up the Rpi.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3. Submit screenshot of the build and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Storage Strategy — flash memory, fs for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Overview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Introduction to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Examples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Hardware for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System Architecture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Environment for Embedded Linux Systems Development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2026-06-19T12:14:17Z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