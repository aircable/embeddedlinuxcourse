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Session 5: Linux Kernel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  <a:latin typeface="Arial"/>
              </a:defRPr>
            </a:pPr>
            <a:r>
              <a:t>Modules, Build, Boot, and Init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  <a:latin typeface="Arial"/>
              </a:defRPr>
            </a:pPr>
            <a:r>
              <a:t>UCSC Extension  •  Embedded Linux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5  •  Linux Kernel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Today's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Kernel Fundamentals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20040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Kernel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2004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Kernel Build &amp;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320040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Boot &amp; Init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Debug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164592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Userspace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Applications (bash, python, sshd,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C Library (glibc, musl)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System Call Interface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58687" y="2468880"/>
            <a:ext cx="274320" cy="22860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Arial"/>
              </a:defRPr>
            </a:pPr>
            <a:r>
              <a:t>System Calls (read, write, open, ioctl, mmap, fork, exec...)</a:t>
            </a:r>
            <a:br/>
            <a:br/>
            <a:r>
              <a:t>The kernel boundary. Userspace calls kernel via system calls.</a:t>
            </a:r>
            <a:br/>
            <a:br/>
            <a:r>
              <a:t>Kernel validates requests, accesses hardware, returns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11277295" cy="164592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Kernel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▸  Process Scheduler (CFS, RT scheduler)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93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▸  Virtual Memory Manager (page tables, swap)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96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▸  VFS → ext4, UBIFS, proc, sysfs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056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▸  Network Stack (TCP/IP, sockets)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616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▸  Device Drivers (MMC, I2C, SPI, USB, GPU)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1999"/>
            <a:ext cx="11277295" cy="5486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Hardware (CPU, DRAM, Flash, Peripherals)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Space vs Userspace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47472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Userspace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Virtual memory (own address space)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Restricted CPU mode (unprivileged)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Access kernel via system calls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Crashed process → kernel handles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Examples: bash, sshd, Python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Libc provides syscall wrappers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822960"/>
            <a:ext cx="5501487" cy="347472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Kernel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13258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Full CPU privilege (supervisor mode)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7830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Access all memory and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2402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Handles interrupts and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6974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Manages processes and 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1546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Runs device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6118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Single crash → entire system panics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What are Modules?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Loadable Kernel Modules (LKM)</a:t>
            </a:r>
            <a:br/>
            <a:r>
              <a:t>are object files (.ko) that can be</a:t>
            </a:r>
            <a:br/>
            <a:r>
              <a:t>loaded and unloaded into the kernel</a:t>
            </a:r>
            <a:br/>
            <a:r>
              <a:t>at runtime.</a:t>
            </a:r>
            <a:br/>
            <a:br/>
            <a:r>
              <a:t>Benefits:</a:t>
            </a:r>
            <a:br/>
            <a:r>
              <a:t>  • No reboot to add drivers</a:t>
            </a:r>
            <a:br/>
            <a:r>
              <a:t>  • Reduce kernel size</a:t>
            </a:r>
            <a:br/>
            <a:r>
              <a:t>  • Load only what's needed</a:t>
            </a:r>
            <a:br/>
            <a:br/>
            <a:r>
              <a:t>Two types:</a:t>
            </a:r>
            <a:br/>
            <a:r>
              <a:t>  • Built-in (y) → always loaded</a:t>
            </a:r>
            <a:br/>
            <a:r>
              <a:t>  • Module (m) → loaded on demand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Module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List loaded modules:</a:t>
            </a:r>
            <a:br/>
            <a:r>
              <a:t>$ lsmod</a:t>
            </a:r>
            <a:br/>
            <a:br/>
            <a:r>
              <a:t># Load a module:</a:t>
            </a:r>
            <a:br/>
            <a:r>
              <a:t>$ insmod mydriver.ko</a:t>
            </a:r>
            <a:br/>
            <a:r>
              <a:t>$ modprobe mydriver</a:t>
            </a:r>
            <a:br/>
            <a:r>
              <a:t>  (loads dependencies too)</a:t>
            </a:r>
            <a:br/>
            <a:br/>
            <a:r>
              <a:t># Remove a module:</a:t>
            </a:r>
            <a:br/>
            <a:r>
              <a:t>$ rmmod mydriver</a:t>
            </a:r>
            <a:br/>
            <a:br/>
            <a:r>
              <a:t># Module info:</a:t>
            </a:r>
            <a:br/>
            <a:r>
              <a:t>$ modinfo mydriver.ko</a:t>
            </a:r>
            <a:br/>
            <a:br/>
            <a:r>
              <a:t># Load at boot:</a:t>
            </a:r>
            <a:br/>
            <a:r>
              <a:t>echo "mydriver" &gt;&gt; /etc/modules-load.d/mydriver.conf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Writing a Kernel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#include &lt;linux/init.h&gt;</a:t>
            </a:r>
            <a:br/>
            <a:r>
              <a:t>#include &lt;linux/module.h&gt;</a:t>
            </a:r>
            <a:br/>
            <a:r>
              <a:t>#include &lt;linux/kernel.h&gt;</a:t>
            </a:r>
            <a:br/>
            <a:br/>
            <a:r>
              <a:t>static int __init mydriver_init(void) {</a:t>
            </a:r>
            <a:br/>
            <a:r>
              <a:t>    printk(KERN_INFO "mydriver: loaded\n");</a:t>
            </a:r>
            <a:br/>
            <a:r>
              <a:t>    return 0;  // 0 = success, negative = error</a:t>
            </a:r>
            <a:br/>
            <a:r>
              <a:t>}</a:t>
            </a:r>
            <a:br/>
            <a:br/>
            <a:r>
              <a:t>static void __exit mydriver_exit(void) {</a:t>
            </a:r>
            <a:br/>
            <a:r>
              <a:t>    printk(KERN_INFO "mydriver: unloaded\n");</a:t>
            </a:r>
            <a:br/>
            <a:r>
              <a:t>}</a:t>
            </a:r>
            <a:br/>
            <a:br/>
            <a:r>
              <a:t>module_init(mydriver_init);</a:t>
            </a:r>
            <a:br/>
            <a:r>
              <a:t>module_exit(mydriver_exit);</a:t>
            </a:r>
            <a:br/>
            <a:br/>
            <a:r>
              <a:t>MODULE_LICENSE("GPL");</a:t>
            </a:r>
            <a:br/>
            <a:r>
              <a:t>MODULE_AUTHOR("Student");</a:t>
            </a:r>
            <a:br/>
            <a:r>
              <a:t>MODULE_DESCRIPTION("A simple driver example");</a:t>
            </a:r>
            <a:br/>
            <a:r>
              <a:t>MODULE_VERSION("1.0");</a:t>
            </a:r>
            <a:br/>
            <a:br/>
            <a:r>
              <a:t>// init: called when module is loaded (insmod/modprobe)</a:t>
            </a:r>
            <a:br/>
            <a:r>
              <a:t>// exit: called when module is unloaded (rmmod)</a:t>
            </a:r>
            <a:br/>
            <a:r>
              <a:t>// printk: kernel logging (not printf!)</a:t>
            </a:r>
            <a:br/>
            <a:r>
              <a:t>// Module metadata required for licensing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Module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Code (mydriver.c)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D4D4D4"/>
                </a:solidFill>
                <a:latin typeface="Courier New"/>
              </a:defRPr>
            </a:pPr>
            <a:r>
              <a:t>static int blink_rate = 1000;</a:t>
            </a:r>
            <a:br/>
            <a:r>
              <a:t>static char *name = "mydriver";</a:t>
            </a:r>
            <a:br/>
            <a:br/>
            <a:r>
              <a:t>module_param(blink_rate, int, 0644);</a:t>
            </a:r>
            <a:br/>
            <a:r>
              <a:t>MODULE_PARM_DESC(blink_rate, "Blink rate in ms");</a:t>
            </a:r>
            <a:br/>
            <a:br/>
            <a:r>
              <a:t>module_param(name, charp, 0644);</a:t>
            </a:r>
            <a:br/>
            <a:r>
              <a:t>MODULE_PARM_DESC(name, "Device name");</a:t>
            </a:r>
            <a:br/>
            <a:br/>
            <a:r>
              <a:t>// Types: int, long, short, uint, ushort</a:t>
            </a:r>
            <a:br/>
            <a:r>
              <a:t>//        charp (string), bool,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# Load with parameters:</a:t>
            </a:r>
            <a:br/>
            <a:r>
              <a:t>$ insmod mydriver.ko blink_rate=500 name="motor"</a:t>
            </a:r>
            <a:br/>
            <a:br/>
            <a:r>
              <a:t># View parameters at runtime:</a:t>
            </a:r>
            <a:br/>
            <a:r>
              <a:t>$ cat /sys/module/mydriver/parameters/blink_rate</a:t>
            </a:r>
            <a:br/>
            <a:r>
              <a:t>500</a:t>
            </a:r>
            <a:br/>
            <a:r>
              <a:t>$ cat /sys/module/mydriver/parameters/name</a:t>
            </a:r>
            <a:br/>
            <a:r>
              <a:t>motor</a:t>
            </a:r>
            <a:br/>
            <a:br/>
            <a:r>
              <a:t># View all:</a:t>
            </a:r>
            <a:br/>
            <a:r>
              <a:t>$ systool -v -m mydriver</a:t>
            </a:r>
            <a:br/>
            <a:br/>
            <a:r>
              <a:t># Parameters are visible to all users</a:t>
            </a:r>
            <a:br/>
            <a:r>
              <a:t>when permissions are 0644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Building Kernel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16459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Makefile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115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Cross-compile module for ARM</a:t>
            </a:r>
            <a:br/>
            <a:r>
              <a:t>export ARCH=arm</a:t>
            </a:r>
            <a:br/>
            <a:r>
              <a:t>export CROSS_COMPILE=arm-linux-gnueabi-</a:t>
            </a:r>
            <a:br/>
            <a:br/>
            <a:r>
              <a:t>obj-m += mydriver.o</a:t>
            </a:r>
            <a:br/>
            <a:r>
              <a:t>all:</a:t>
            </a:r>
            <a:br/>
            <a:r>
              <a:t>    make -C $(KERNEL_SRC) M=$(PWD) modules</a:t>
            </a:r>
            <a:br/>
            <a:r>
              <a:t>clean:</a:t>
            </a:r>
            <a:br/>
            <a:r>
              <a:t>    make -C $(KERNEL_SRC) M=$(PWD)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Build Steps: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1. Build kernel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$ make zImage modules dtbs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2. Point to kernel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export KERNEL_SRC=/path/to/linux-6.1.50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3. Build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$ make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4.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$ file mydriver.ko  → ELF 32-bit LSB relocatable, 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5.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$ scp mydriver.ko root@target:/lib/modules/$(uname -r)/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Kernel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Lab: Load/Unload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3657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D4D4D4"/>
                </a:solidFill>
                <a:latin typeface="Courier New"/>
              </a:defRPr>
            </a:pPr>
            <a:r>
              <a:t>$ insmod mydriver.ko</a:t>
            </a:r>
            <a:br/>
            <a:r>
              <a:t>[  123.456789] mydriver: loaded</a:t>
            </a:r>
            <a:br/>
            <a:r>
              <a:t>$ insmod mydriver.ko blink_rate=500 name="mydevice"</a:t>
            </a:r>
            <a:br/>
            <a:r>
              <a:t>[  234.567890] mydriver: loaded</a:t>
            </a:r>
            <a:br/>
            <a:br/>
            <a:r>
              <a:t>$ lsmod | grep mydriver</a:t>
            </a:r>
            <a:br/>
            <a:r>
              <a:t>mydriver               16384  0</a:t>
            </a:r>
            <a:br/>
            <a:br/>
            <a:r>
              <a:t>$ cat /sys/module/mydriver/parameters/blink_rate</a:t>
            </a:r>
            <a:br/>
            <a:r>
              <a:t>500</a:t>
            </a:r>
            <a:br/>
            <a:br/>
            <a:r>
              <a:t>$ rmmod mydriver</a:t>
            </a:r>
            <a:br/>
            <a:r>
              <a:t>[  345.678901] mydriver: unloaded</a:t>
            </a:r>
            <a:br/>
            <a:br/>
            <a:r>
              <a:t>$ dmesg | tail -5</a:t>
            </a:r>
            <a:br/>
            <a:r>
              <a:t>[  123.456789] mydriver: loaded</a:t>
            </a:r>
            <a:br/>
            <a:r>
              <a:t>[  234.567890] mydriver: loaded</a:t>
            </a:r>
            <a:br/>
            <a:r>
              <a:t>[  345.678901] mydriver: unloaded</a:t>
            </a:r>
            <a:br/>
            <a:br/>
            <a:r>
              <a:t># Force remove (dangerous!):</a:t>
            </a:r>
            <a:br/>
            <a:r>
              <a:t>$ rmmod -f mydriver</a:t>
            </a:r>
            <a:br/>
            <a:br/>
            <a:r>
              <a:t># Load with modprobe (reads /etc/modprobe.d/):</a:t>
            </a:r>
            <a:br/>
            <a:r>
              <a:t>$ modprobe mydriver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Versioning &amp; Source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Version Format (6.1.50)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MAJOR.MINOR.PATCH[-EXTRA]</a:t>
            </a:r>
            <a:br/>
            <a:br/>
            <a:r>
              <a:t>  6     .  1  .  50</a:t>
            </a:r>
            <a:br/>
            <a:r>
              <a:t>  │        │     │</a:t>
            </a:r>
            <a:br/>
            <a:r>
              <a:t>  │        │     └─ Bug fixes, patches</a:t>
            </a:r>
            <a:br/>
            <a:r>
              <a:t>  │        └─────── Backport fixes from</a:t>
            </a:r>
            <a:br/>
            <a:r>
              <a:t>  │                 newer kernels</a:t>
            </a:r>
            <a:br/>
            <a:r>
              <a:t>  └──────────────── Major version</a:t>
            </a:r>
            <a:br/>
            <a:r>
              <a:t>                   (rarely changes)</a:t>
            </a:r>
            <a:br/>
            <a:br/>
            <a:r>
              <a:t>Longterm (LTS): 6.1.y maintained for 2+</a:t>
            </a:r>
            <a:br/>
            <a:r>
              <a:t>Regular: 6.x.y maintained for ~6 months</a:t>
            </a:r>
            <a:br/>
            <a:br/>
            <a:r>
              <a:t>Check version:</a:t>
            </a:r>
            <a:br/>
            <a:r>
              <a:t>$ uname -r</a:t>
            </a:r>
            <a:br/>
            <a:r>
              <a:t>6.1.50-rt15-v8+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Source Tree (Top-Level)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linux-6.1.50/</a:t>
            </a:r>
            <a:br/>
            <a:r>
              <a:t>├── arch/        ├── kernel/</a:t>
            </a:r>
            <a:br/>
            <a:r>
              <a:t>│   ├── arm/     │   ├── sched/</a:t>
            </a:r>
            <a:br/>
            <a:r>
              <a:t>│   ├── arm64/   │   ├── irq/</a:t>
            </a:r>
            <a:br/>
            <a:r>
              <a:t>│   ├── x86/     │   └── fork.c</a:t>
            </a:r>
            <a:br/>
            <a:r>
              <a:t>│   └── riscv/   │</a:t>
            </a:r>
            <a:br/>
            <a:r>
              <a:t>│                ├── drivers/</a:t>
            </a:r>
            <a:br/>
            <a:r>
              <a:t>├── mm/          │   ├── net/</a:t>
            </a:r>
            <a:br/>
            <a:r>
              <a:t>├── fs/          │   ├── mmc/</a:t>
            </a:r>
            <a:br/>
            <a:r>
              <a:t>│   ├── ext4/   │   ├── i2c/</a:t>
            </a:r>
            <a:br/>
            <a:r>
              <a:t>│   ├── ubifs/  │   └── gpio/</a:t>
            </a:r>
            <a:br/>
            <a:r>
              <a:t>│   └── proc/    │</a:t>
            </a:r>
            <a:br/>
            <a:r>
              <a:t>│                ├── net/</a:t>
            </a:r>
            <a:br/>
            <a:r>
              <a:t>├── include/     └── sound/</a:t>
            </a:r>
            <a:br/>
            <a:r>
              <a:t>├── init/</a:t>
            </a:r>
            <a:br/>
            <a:r>
              <a:t>├── ipc/</a:t>
            </a:r>
            <a:br/>
            <a:r>
              <a:t>└── lib/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Build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" cy="64008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822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1. Get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git clone https://git.kernel.org/pub/scm/linux/kernel/git/stable/linux.git</a:t>
            </a:r>
            <a:br/>
            <a:r>
              <a:t>git checkout v6.1.50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" cy="64008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2. 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make ARCH=arm &lt;board&gt;_defconfig</a:t>
            </a:r>
            <a:br/>
            <a:r>
              <a:t>make ARCH=arm menuconfig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548640" cy="64008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3.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make ARCH=arm CROSS_COMPILE=arm-linux-gnueabi- -j$(nproc)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548640" cy="64008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4.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arch/arm/boot/zImage</a:t>
            </a:r>
            <a:br/>
            <a:r>
              <a:t>arch/arm/boot/dts/&lt;board&gt;.dtdtb</a:t>
            </a:r>
            <a:br/>
            <a:r>
              <a:t>drivers/**/*.ko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822960"/>
            <a:ext cx="5669280" cy="32918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96012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$ make -j4 zImage dtbs 2&gt;&amp;1 | tail</a:t>
            </a:r>
            <a:br/>
            <a:br/>
            <a:r>
              <a:t>CALL    scripts/atomic-checks</a:t>
            </a:r>
            <a:br/>
            <a:r>
              <a:t>CALL    scripts/checksyscalls.sh</a:t>
            </a:r>
            <a:br/>
            <a:r>
              <a:t>KERNEL  arch/arm/boot/zImage</a:t>
            </a:r>
            <a:br/>
            <a:r>
              <a:t>  DTC     arch/arm/boot/dts/am335x-boneblack.dtb</a:t>
            </a:r>
            <a:br/>
            <a:br/>
            <a:r>
              <a:t># zImage: compressed kernel</a:t>
            </a:r>
            <a:br/>
            <a:r>
              <a:t># dtb:    device tree blob</a:t>
            </a:r>
            <a:br/>
            <a:br/>
            <a:r>
              <a:t>$ ls -lh arch/arm/boot/</a:t>
            </a:r>
            <a:br/>
            <a:r>
              <a:t>-rwxr-xr-x 3.2M zImage</a:t>
            </a:r>
            <a:br/>
            <a:r>
              <a:t>-rw-r--r--  45K am335x-boneblack.dtb</a:t>
            </a:r>
            <a:br/>
            <a:br/>
            <a:r>
              <a:t># Modules:</a:t>
            </a:r>
            <a:br/>
            <a:r>
              <a:t>$ make modules_install INSTALL_MOD_PATH=/tmp/rootfs</a:t>
            </a:r>
            <a:br/>
            <a:r>
              <a:t>$ ls /tmp/rootfs/lib/modules/6.1.50/</a:t>
            </a:r>
            <a:br/>
            <a:r>
              <a:t>kernel/  modules.dep  modules.alias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5  •  Linux Kernel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defconfig &amp; menuconfig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# Use board default config:</a:t>
            </a:r>
            <a:br/>
            <a:r>
              <a:t>$ make ARCH=arm bb.org_defconfig</a:t>
            </a:r>
            <a:br/>
            <a:r>
              <a:t>  (creates .config from arch/arm/configs/)</a:t>
            </a:r>
            <a:br/>
            <a:br/>
            <a:r>
              <a:t># Interactive configuration:</a:t>
            </a:r>
            <a:br/>
            <a:r>
              <a:t>$ make ARCH=arm menuconfig</a:t>
            </a:r>
            <a:br/>
            <a:r>
              <a:t>  → Submenus for drivers, filesystems</a:t>
            </a:r>
            <a:br/>
            <a:r>
              <a:t>  → Enable/disable features</a:t>
            </a:r>
            <a:br/>
            <a:r>
              <a:t>  → Save → updates .config</a:t>
            </a:r>
            <a:br/>
            <a:br/>
            <a:r>
              <a:t># Save minimal config:</a:t>
            </a:r>
            <a:br/>
            <a:r>
              <a:t>$ make ARCH=arm savedefconfig</a:t>
            </a:r>
            <a:br/>
            <a:r>
              <a:t>  → Creates minimal defconfig</a:t>
            </a:r>
            <a:br/>
            <a:r>
              <a:t>  → Only non-default values</a:t>
            </a:r>
            <a:br/>
            <a:br/>
            <a:r>
              <a:t># Common options for embedded:</a:t>
            </a:r>
            <a:br/>
            <a:r>
              <a:t>CONFIG_EMBEDDED=y</a:t>
            </a:r>
            <a:br/>
            <a:r>
              <a:t>CONFIG_MODULES=y</a:t>
            </a:r>
            <a:br/>
            <a:r>
              <a:t>CONFIG_BLK_DEV_INITRD=y</a:t>
            </a:r>
            <a:br/>
            <a:r>
              <a:t>CONFIG_TMPFS=y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Key .config Entries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 Essential for embedded:</a:t>
            </a:r>
            <a:br/>
            <a:r>
              <a:t>CONFIG_ARCH_MULTI_V7=y</a:t>
            </a:r>
            <a:br/>
            <a:r>
              <a:t>CONFIG_ARCH_OMAP2PLUS=y</a:t>
            </a:r>
            <a:br/>
            <a:r>
              <a:t>CONFIG_SOC_AM33XX=y</a:t>
            </a:r>
            <a:br/>
            <a:br/>
            <a:r>
              <a:t>CONFIG_MMC=y</a:t>
            </a:r>
            <a:br/>
            <a:r>
              <a:t>CONFIG_MMC_OMAP_HS=y</a:t>
            </a:r>
            <a:br/>
            <a:r>
              <a:t>CONFIG_SERIAL_OMAP=y</a:t>
            </a:r>
            <a:br/>
            <a:r>
              <a:t>CONFIG_SERIAL_OMAP_CONSOLE=y</a:t>
            </a:r>
            <a:br/>
            <a:r>
              <a:t>CONFIG_I2C_OMAP=y</a:t>
            </a:r>
            <a:br/>
            <a:r>
              <a:t>CONFIG_SPI_OMAP24XX=y</a:t>
            </a:r>
            <a:br/>
            <a:br/>
            <a:r>
              <a:t>CONFIG_EXT4_FS=y</a:t>
            </a:r>
            <a:br/>
            <a:r>
              <a:t>CONFIG_TMPFS=y</a:t>
            </a:r>
            <a:br/>
            <a:r>
              <a:t>CONFIG_SQUASHFS=y</a:t>
            </a:r>
            <a:br/>
            <a:r>
              <a:t>CONFIG_UBIFS_FS=y</a:t>
            </a:r>
            <a:br/>
            <a:br/>
            <a:r>
              <a:t>CONFIG_IPV6=y</a:t>
            </a:r>
            <a:br/>
            <a:r>
              <a:t>CONFIG_NETFILTER=y</a:t>
            </a:r>
            <a:br/>
            <a:br/>
            <a:r>
              <a:t># Module support:</a:t>
            </a:r>
            <a:br/>
            <a:r>
              <a:t>CONFIG_MODULES=y</a:t>
            </a:r>
            <a:br/>
            <a:r>
              <a:t>CONFIG_MODULE_UNLOAD=y</a:t>
            </a:r>
            <a:br/>
            <a:r>
              <a:t>CONFIG_MODVERSIONS=y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Boot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200400" cy="5486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zImage loaded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68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U-Boot loads zImage + DTB into memory</a:t>
            </a:r>
            <a:br/>
            <a:r>
              <a:t>decompresses kernel</a:t>
            </a:r>
          </a:p>
        </p:txBody>
      </p:sp>
      <p:sp>
        <p:nvSpPr>
          <p:cNvPr id="8" name="Down Arrow 7"/>
          <p:cNvSpPr/>
          <p:nvPr/>
        </p:nvSpPr>
        <p:spPr>
          <a:xfrm>
            <a:off x="1965960" y="13716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3200400" cy="54864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stext()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Kernel entry point</a:t>
            </a:r>
            <a:br/>
            <a:r>
              <a:t>setup_arch() → init_cpu()</a:t>
            </a:r>
            <a:br/>
            <a:r>
              <a:t>Detect SoC, init MMU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965960" y="20574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94560"/>
            <a:ext cx="3200400" cy="54864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start_kernel()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Core kernel init</a:t>
            </a:r>
            <a:br/>
            <a:r>
              <a:t>scheduler, interrupts, timers</a:t>
            </a:r>
            <a:br/>
            <a:r>
              <a:t>memory management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965960" y="27432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3200400" cy="54864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rest_init()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926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Last kernel thread</a:t>
            </a:r>
            <a:br/>
            <a:r>
              <a:t>calls kernel_init() → init process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965960" y="34290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3200400" cy="5486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init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611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/sbin/init or first userspace</a:t>
            </a:r>
            <a:br/>
            <a:r>
              <a:t>Mount rootfs, start services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822960"/>
            <a:ext cx="7589520" cy="34747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9601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D4D4D4"/>
                </a:solidFill>
                <a:latin typeface="Courier New"/>
              </a:defRPr>
            </a:pPr>
            <a:r>
              <a:t>[    0.000000] Booting Linux on physical CPU 0x0</a:t>
            </a:r>
            <a:br/>
            <a:r>
              <a:t>[    0.000000] Linux version 6.1.50-v8+</a:t>
            </a:r>
            <a:br/>
            <a:r>
              <a:t>[    0.000000] CPU: ARMv7 Processor [413fc082]</a:t>
            </a:r>
            <a:br/>
            <a:r>
              <a:t>[    0.000000] Machine model: TI AM335x BBB</a:t>
            </a:r>
            <a:br/>
            <a:r>
              <a:t>[    0.000000] Memory: 512MB = 512MB total</a:t>
            </a:r>
            <a:br/>
            <a:r>
              <a:t>[    0.000000] Memory policy: Data cache writeback</a:t>
            </a:r>
            <a:br/>
            <a:r>
              <a:t>[    0.000000] pinctrl core: initialized pinctrl subsystem</a:t>
            </a:r>
            <a:br/>
            <a:r>
              <a:t>[    0.000000] NET: Registered protocol family 16</a:t>
            </a:r>
            <a:br/>
            <a:r>
              <a:t>[    0.001000] am335x_pinmux 44e10800.pinmux: registered</a:t>
            </a:r>
            <a:br/>
            <a:r>
              <a:t>[    0.002000] gpio-mux ocp:pinctrl@44e10800: probed</a:t>
            </a:r>
            <a:br/>
            <a:r>
              <a:t>[    1.234567] mmc0: SDHCI controller on 48060000.mmc</a:t>
            </a:r>
            <a:br/>
            <a:r>
              <a:t>[    2.345678] EXT4-fs (mmcblk0p2): mounted filesystem</a:t>
            </a:r>
            <a:br/>
            <a:r>
              <a:t>[    2.456789] VFS: Mounted root (ext4 filesystem)</a:t>
            </a:r>
            <a:br/>
            <a:r>
              <a:t>[    2.567890] Run /sbin/init as init process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Boot Arguments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bootargs (U-Boot → Kernel)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Set in U-Boot environment:</a:t>
            </a:r>
            <a:br/>
            <a:r>
              <a:t>setenv bootargs "console=ttyO0,115200n8   root=/dev/mmcblk0p2   rootfstype=ext4   rootwait   rw   omap_wdt.early_enable=1"</a:t>
            </a:r>
            <a:br/>
            <a:br/>
            <a:r>
              <a:t># console: serial console device + baud rate</a:t>
            </a:r>
            <a:br/>
            <a:r>
              <a:t># root: root filesystem device</a:t>
            </a:r>
            <a:br/>
            <a:r>
              <a:t># rootfstype: filesystem type</a:t>
            </a:r>
            <a:br/>
            <a:r>
              <a:t># rootwait: wait for root device</a:t>
            </a:r>
            <a:br/>
            <a:r>
              <a:t># rw: mount read-write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Common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root=/dev/mmcblk0p2    # SD card partition 2</a:t>
            </a:r>
            <a:br/>
            <a:r>
              <a:t>root=/dev/ubi0:rootfs  # UBIFS root</a:t>
            </a:r>
            <a:br/>
            <a:r>
              <a:t>root=/dev/nfs          # NFS root (debug)</a:t>
            </a:r>
            <a:br/>
            <a:br/>
            <a:r>
              <a:t>rootfstype=ext4</a:t>
            </a:r>
            <a:br/>
            <a:r>
              <a:t>rootfstype=squashfs    # Read-only root</a:t>
            </a:r>
            <a:br/>
            <a:br/>
            <a:r>
              <a:t>console=ttyO0,115200n8  # OMAP UART0</a:t>
            </a:r>
            <a:br/>
            <a:r>
              <a:t>console=ttyAMA0,115200  # ARM PL011</a:t>
            </a:r>
            <a:br/>
            <a:r>
              <a:t>console=ttyS0,115200    # x86 serial</a:t>
            </a:r>
            <a:br/>
            <a:br/>
            <a:r>
              <a:t>rootwait               # Wait for device</a:t>
            </a:r>
            <a:br/>
            <a:r>
              <a:t>ro                     # Read-only (for squashfs)</a:t>
            </a:r>
            <a:br/>
            <a:r>
              <a:t>quiet                  # Suppress boot messages</a:t>
            </a:r>
            <a:br/>
            <a:r>
              <a:t>init=/bin/sh           # Debug: skip init</a:t>
            </a:r>
            <a:br/>
            <a:r>
              <a:t>panic=5                # Reboot after 5s on panic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The init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What is init?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PID 1: the first userspace process</a:t>
            </a:r>
            <a:br/>
            <a:r>
              <a:t>Started by the kernel after boot</a:t>
            </a:r>
            <a:br/>
            <a:r>
              <a:t>Parent of all other processes</a:t>
            </a:r>
            <a:br/>
            <a:r>
              <a:t>Never exits (kernel panics if it does)</a:t>
            </a:r>
            <a:br/>
            <a:br/>
            <a:r>
              <a:t>Responsibilities:</a:t>
            </a:r>
            <a:br/>
            <a:r>
              <a:t>  1. Mount filesystems</a:t>
            </a:r>
            <a:br/>
            <a:r>
              <a:t>  2. Start system services</a:t>
            </a:r>
            <a:br/>
            <a:r>
              <a:t>  3. Handle orphans (reparenting)</a:t>
            </a:r>
            <a:br/>
            <a:r>
              <a:t>  4. Handle SIGCHLD signals</a:t>
            </a:r>
            <a:br/>
            <a:r>
              <a:t>  5. Shutdown/reboot handling</a:t>
            </a:r>
            <a:br/>
            <a:br/>
            <a:r>
              <a:t>Config locations:</a:t>
            </a:r>
            <a:br/>
            <a:r>
              <a:t>  /etc/inittab  (BusyBox init)</a:t>
            </a:r>
            <a:br/>
            <a:r>
              <a:t>  /etc/systemd/  (systemd)</a:t>
            </a:r>
            <a:br/>
            <a:r>
              <a:t>  cmdline: init=/bin/sh (emergency)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init Kernel 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 Default init:</a:t>
            </a:r>
            <a:br/>
            <a:r>
              <a:t>/sbin/init → /lib/systemd/systemd</a:t>
            </a:r>
            <a:br/>
            <a:br/>
            <a:r>
              <a:t># Override via bootargs:</a:t>
            </a:r>
            <a:br/>
            <a:r>
              <a:t>init=/bin/sh     # Emergency shell</a:t>
            </a:r>
            <a:br/>
            <a:r>
              <a:t>init=/bin/bash   # Bash as init path (debug)</a:t>
            </a:r>
            <a:br/>
            <a:br/>
            <a:r>
              <a:t># View current init:</a:t>
            </a:r>
            <a:br/>
            <a:r>
              <a:t>$ readlink /sbin/init</a:t>
            </a:r>
            <a:br/>
            <a:r>
              <a:t>../lib/systemd/systemd</a:t>
            </a:r>
            <a:br/>
            <a:br/>
            <a:r>
              <a:t># Check PID 1:</a:t>
            </a:r>
            <a:br/>
            <a:r>
              <a:t>$ ps -p 1</a:t>
            </a:r>
            <a:br/>
            <a:r>
              <a:t>PID 1 ?  00:00:01 systemd</a:t>
            </a:r>
            <a:br/>
            <a:br/>
            <a:r>
              <a:t># Orphaned processes are reparented to init:</a:t>
            </a:r>
            <a:br/>
            <a:r>
              <a:t>$ ps -o pid,ppid,comm | grep init</a:t>
            </a:r>
            <a:br/>
            <a:r>
              <a:t>PPID 1 = owned by init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systemd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systemd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systemd is the modern init system</a:t>
            </a:r>
            <a:br/>
            <a:r>
              <a:t>Replaced SysV init, Upstart</a:t>
            </a:r>
            <a:br/>
            <a:br/>
            <a:r>
              <a:t>Key concepts:</a:t>
            </a:r>
            <a:br/>
            <a:r>
              <a:t>  • Units: services, sockets, timers, mounts</a:t>
            </a:r>
            <a:br/>
            <a:r>
              <a:t>  • Targets: like runlevels (multi-user.target)</a:t>
            </a:r>
            <a:br/>
            <a:r>
              <a:t>  • Journald: structured logging</a:t>
            </a:r>
            <a:br/>
            <a:r>
              <a:t>  • Bus activation: on-demand startup</a:t>
            </a:r>
            <a:br/>
            <a:br/>
            <a:r>
              <a:t>Unit types:</a:t>
            </a:r>
            <a:br/>
            <a:r>
              <a:t>  .service  → daemons</a:t>
            </a:r>
            <a:br/>
            <a:r>
              <a:t>  .socket   → socket activation</a:t>
            </a:r>
            <a:br/>
            <a:r>
              <a:t>  .timer    → cron replacement</a:t>
            </a:r>
            <a:br/>
            <a:r>
              <a:t>  .mount    → filesystem mounts</a:t>
            </a:r>
            <a:br/>
            <a:r>
              <a:t>  .target   → group of units</a:t>
            </a:r>
            <a:br/>
            <a:r>
              <a:t>  .device   → device events (udev)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systemd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 List all units:</a:t>
            </a:r>
            <a:br/>
            <a:r>
              <a:t>$ systemctl list-units</a:t>
            </a:r>
            <a:br/>
            <a:br/>
            <a:r>
              <a:t># Service management:</a:t>
            </a:r>
            <a:br/>
            <a:r>
              <a:t>$ systemctl start myapp.service</a:t>
            </a:r>
            <a:br/>
            <a:r>
              <a:t>$ systemctl stop myapp.service</a:t>
            </a:r>
            <a:br/>
            <a:r>
              <a:t>$ systemctl restart myapp.service</a:t>
            </a:r>
            <a:br/>
            <a:r>
              <a:t>$ systemctl status myapp.service</a:t>
            </a:r>
            <a:br/>
            <a:br/>
            <a:r>
              <a:t># Enable/disable at boot:</a:t>
            </a:r>
            <a:br/>
            <a:r>
              <a:t>$ systemctl enable myapp.service</a:t>
            </a:r>
            <a:br/>
            <a:r>
              <a:t>$ systemctl disable myapp.service</a:t>
            </a:r>
            <a:br/>
            <a:br/>
            <a:r>
              <a:t># View logs:</a:t>
            </a:r>
            <a:br/>
            <a:r>
              <a:t>$ journalctl -u myapp.service</a:t>
            </a:r>
            <a:br/>
            <a:r>
              <a:t>$ journalctl -u myapp.service -f</a:t>
            </a:r>
            <a:br/>
            <a:br/>
            <a:r>
              <a:t># Active targets:</a:t>
            </a:r>
            <a:br/>
            <a:r>
              <a:t>$ systemctl get-default</a:t>
            </a:r>
            <a:br/>
            <a:r>
              <a:t>multi-user.target</a:t>
            </a:r>
            <a:br/>
            <a:r>
              <a:t>$ systemctl set-default graphical.target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systemd Unit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 /etc/systemd/system/myapp.service</a:t>
            </a:r>
            <a:br/>
            <a:r>
              <a:t>[Unit]</a:t>
            </a:r>
            <a:br/>
            <a:r>
              <a:t>Description=My Embedded Application</a:t>
            </a:r>
            <a:br/>
            <a:r>
              <a:t>After=network.target sshd.service</a:t>
            </a:r>
            <a:br/>
            <a:r>
              <a:t>Wants=network-online.target</a:t>
            </a:r>
            <a:br/>
            <a:r>
              <a:t>Requires=sshd.d.service</a:t>
            </a:r>
            <a:br/>
            <a:br/>
            <a:r>
              <a:t>[Service]</a:t>
            </a:r>
            <a:br/>
            <a:r>
              <a:t>Type=simple</a:t>
            </a:r>
            <a:br/>
            <a:r>
              <a:t>ExecStartPre=/usr/bin/myapp-init.sh</a:t>
            </a:r>
            <a:br/>
            <a:r>
              <a:t>ExecStart=/usr/bin/myapp --config /etc/myapp/config.yaml</a:t>
            </a:r>
            <a:br/>
            <a:r>
              <a:t>ExecReload=/bin/kill -HUP $MAINPID</a:t>
            </a:r>
            <a:br/>
            <a:r>
              <a:t>Restart=on-failure</a:t>
            </a:r>
            <a:br/>
            <a:r>
              <a:t>RestartSec=5</a:t>
            </a:r>
            <a:br/>
            <a:r>
              <a:t>WatchdogSec=30</a:t>
            </a:r>
            <a:br/>
            <a:br/>
            <a:r>
              <a:t># Environment:</a:t>
            </a:r>
            <a:br/>
            <a:r>
              <a:t>Environment=MYAPP_ENV=production</a:t>
            </a:r>
            <a:br/>
            <a:r>
              <a:t>EnvironmentFile=/etc/myapp/env</a:t>
            </a:r>
            <a:br/>
            <a:br/>
            <a:r>
              <a:t># Security:</a:t>
            </a:r>
            <a:br/>
            <a:r>
              <a:t>User=myapp</a:t>
            </a:r>
            <a:br/>
            <a:r>
              <a:t>Group=myapp</a:t>
            </a:r>
            <a:br/>
            <a:r>
              <a:t>ProtectSystem=true</a:t>
            </a:r>
            <a:br/>
            <a:r>
              <a:t>NoNewPrivileges=true</a:t>
            </a:r>
            <a:br/>
            <a:br/>
            <a:r>
              <a:t>[Install]</a:t>
            </a:r>
            <a:br/>
            <a:r>
              <a:t>WantedBy=multi-user.target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systemd vs BusyBox Init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347472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05840"/>
            <a:ext cx="4114800" cy="347472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515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systemd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005840"/>
            <a:ext cx="4114800" cy="347472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0515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BusyBox init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53312"/>
            <a:ext cx="256032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990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Service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353312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3990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systemctl start/stop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353312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3990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/etc/init.d/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0078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7465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Dependencies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700784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465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Built-in (After=, Requires=)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700784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7465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Manual scripting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48256"/>
            <a:ext cx="256032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0939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Logging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048256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0939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journald (structured)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2048256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0939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syslog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9572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441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Socket activation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395728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4414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Yes (on-demand startup)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2395728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24414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43200"/>
            <a:ext cx="256032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889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Timer/cron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2743200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7889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systemd timers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2743200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27889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cron daemon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09067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1363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Parallel startup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309067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1363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Yes (dependency graph)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09067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31363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Sequential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438144"/>
            <a:ext cx="256032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48386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Memory footprint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3438144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348386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~10 MB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3438144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0" y="348386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~1 MB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85616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83133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Complexity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378561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8313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378561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60" y="38313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133088"/>
            <a:ext cx="256032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1788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Best for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4133088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41788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Complex systems, rich features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4133088"/>
            <a:ext cx="4114800" cy="347472"/>
          </a:xfrm>
          <a:prstGeom prst="rect">
            <a:avLst/>
          </a:prstGeom>
          <a:solidFill>
            <a:srgbClr val="FDF4E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23760" y="41788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Small, simple systems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/proc and /sys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/proc (procfs)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Process and kernel information</a:t>
            </a:r>
            <a:br/>
            <a:r>
              <a:t>Virtual filesystem (in RAM)</a:t>
            </a:r>
            <a:br/>
            <a:br/>
            <a:r>
              <a:t>Key entries:</a:t>
            </a:r>
            <a:br/>
            <a:r>
              <a:t>/proc/cpuinfo      CPU info</a:t>
            </a:r>
            <a:br/>
            <a:r>
              <a:t>/proc/meminfo      Memory usage</a:t>
            </a:r>
            <a:br/>
            <a:r>
              <a:t>/proc/interrupts   Interrupt counters</a:t>
            </a:r>
            <a:br/>
            <a:r>
              <a:t>/proc/devices      Registered devices</a:t>
            </a:r>
            <a:br/>
            <a:r>
              <a:t>/proc/modules      Loaded modules</a:t>
            </a:r>
            <a:br/>
            <a:r>
              <a:t>/proc/cmdline      Kernel cmdline</a:t>
            </a:r>
            <a:br/>
            <a:r>
              <a:t>/proc/version      Kernel version</a:t>
            </a:r>
            <a:br/>
            <a:br/>
            <a:r>
              <a:t>Per-process (PID):</a:t>
            </a:r>
            <a:br/>
            <a:r>
              <a:t>/proc/&lt;pid&gt;/status Process status</a:t>
            </a:r>
            <a:br/>
            <a:r>
              <a:t>/proc/&lt;pid&gt;/fd/    Open file descriptors</a:t>
            </a:r>
            <a:br/>
            <a:r>
              <a:t>/proc/&lt;pid&gt;/maps   Memory mappings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/sys (sysfs)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Device and driver information</a:t>
            </a:r>
            <a:br/>
            <a:r>
              <a:t>Virtual filesystem (in RAM)</a:t>
            </a:r>
            <a:br/>
            <a:br/>
            <a:r>
              <a:t>Key entries:</a:t>
            </a:r>
            <a:br/>
            <a:r>
              <a:t>/sys/class/    Device classes (net, gpio, input)</a:t>
            </a:r>
            <a:br/>
            <a:r>
              <a:t>/sys/devices/  Device tree</a:t>
            </a:r>
            <a:br/>
            <a:r>
              <a:t>/sys/bus/      Bus types (i2c, spi, usb)</a:t>
            </a:r>
            <a:br/>
            <a:r>
              <a:t>/sys/module/   Module parameters</a:t>
            </a:r>
            <a:br/>
            <a:r>
              <a:t>/sys/kernel/   Kernel settings</a:t>
            </a:r>
            <a:br/>
            <a:br/>
            <a:r>
              <a:t>Common uses:</a:t>
            </a:r>
            <a:br/>
            <a:r>
              <a:t>/sys/class/gpio/       GPIO control</a:t>
            </a:r>
            <a:br/>
            <a:r>
              <a:t>/sys/class/net/        Network interface info</a:t>
            </a:r>
            <a:br/>
            <a:r>
              <a:t>/sys/class/leds/       LED control</a:t>
            </a:r>
            <a:br/>
            <a:r>
              <a:t>/sys/class/thermal/    Thermal zones</a:t>
            </a:r>
            <a:br/>
            <a:r>
              <a:t>/sys/class/power_supply/ Battery info</a:t>
            </a:r>
            <a:br/>
            <a:br/>
            <a:r>
              <a:t>Files readable AND writable:</a:t>
            </a:r>
            <a:br/>
            <a:r>
              <a:t>$ echo 1 &gt; /sys/class/leds/led0/brightness</a:t>
            </a:r>
            <a:br/>
            <a:r>
              <a:t>$ cat /sys/class/thermal/thermal_zone0/temp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Kernel Logs &amp; Debug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dmesg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 View all kernel messages:</a:t>
            </a:r>
            <a:br/>
            <a:r>
              <a:t>$ dmesg</a:t>
            </a:r>
            <a:br/>
            <a:br/>
            <a:r>
              <a:t># Follow new messages:</a:t>
            </a:r>
            <a:br/>
            <a:r>
              <a:t>$ dmesg -w</a:t>
            </a:r>
            <a:br/>
            <a:br/>
            <a:r>
              <a:t># Clear buffer:</a:t>
            </a:r>
            <a:br/>
            <a:r>
              <a:t>$ dmesg -C</a:t>
            </a:r>
            <a:br/>
            <a:br/>
            <a:r>
              <a:t># Human-readable timestamps:</a:t>
            </a:r>
            <a:br/>
            <a:r>
              <a:t>$ dmesg -t    # no timestamps</a:t>
            </a:r>
            <a:br/>
            <a:r>
              <a:t>$ dmesg -H    # human-readable</a:t>
            </a:r>
            <a:br/>
            <a:r>
              <a:t>$ dmesg -T    # local time</a:t>
            </a:r>
            <a:br/>
            <a:br/>
            <a:r>
              <a:t># Filter by level:</a:t>
            </a:r>
            <a:br/>
            <a:r>
              <a:t>$ dmesg -l err,warn</a:t>
            </a:r>
            <a:br/>
            <a:r>
              <a:t>$ dmesg --level=err</a:t>
            </a:r>
            <a:br/>
            <a:br/>
            <a:r>
              <a:t># Filter by facility:</a:t>
            </a:r>
            <a:br/>
            <a:r>
              <a:t>$ dmesg -f kern</a:t>
            </a:r>
            <a:br/>
            <a:r>
              <a:t>$ dmesg -f daemon</a:t>
            </a:r>
            <a:br/>
            <a:br/>
            <a:r>
              <a:t># Recent messages:</a:t>
            </a:r>
            <a:br/>
            <a:r>
              <a:t>$ dmesg | tail -100</a:t>
            </a:r>
            <a:br/>
            <a:r>
              <a:t>$ journalctl -k   # kernel messages via journald</a:t>
            </a:r>
            <a:br/>
            <a:br/>
            <a:r>
              <a:t># USB thermometer:</a:t>
            </a:r>
            <a:br/>
            <a:r>
              <a:t>[  5.678] usb 1-1: New USB device</a:t>
            </a:r>
            <a:br/>
            <a:r>
              <a:t>[  5.789] usb 1-1: Product: TempSensor</a:t>
            </a:r>
            <a:br/>
            <a:r>
              <a:t>[  5.890] input: TempSensor as /devices/.../input3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Log Levels (printk)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KERN_EMERG     0  System is unusable</a:t>
            </a:r>
            <a:br/>
            <a:r>
              <a:t>KERN_ALERT     1  Action must be taken immediately</a:t>
            </a:r>
            <a:br/>
            <a:r>
              <a:t>KERN_CRIT      2  Critical conditions</a:t>
            </a:r>
            <a:br/>
            <a:r>
              <a:t>KERN_ERR       3  Error conditions</a:t>
            </a:r>
            <a:br/>
            <a:r>
              <a:t>KERN_WARNING   4  Warning conditions</a:t>
            </a:r>
            <a:br/>
            <a:r>
              <a:t>KERN_NOTICE    5  Normal but significant</a:t>
            </a:r>
            <a:br/>
            <a:r>
              <a:t>KERN_INFO      6  Informational</a:t>
            </a:r>
            <a:br/>
            <a:r>
              <a:t>KERN_DEBUG     7  Debug-level messages</a:t>
            </a:r>
            <a:br/>
            <a:br/>
            <a:r>
              <a:t># Default console loglevel:</a:t>
            </a:r>
            <a:br/>
            <a:r>
              <a:t>$ cat /proc/sys/kernel/printk</a:t>
            </a:r>
            <a:br/>
            <a:r>
              <a:t>4 4 1 7</a:t>
            </a:r>
            <a:br/>
            <a:r>
              <a:t>(current, default, minimum, boot-time-default)</a:t>
            </a:r>
            <a:br/>
            <a:br/>
            <a:r>
              <a:t># Change at runtime:</a:t>
            </a:r>
            <a:br/>
            <a:r>
              <a:t>$ echo 8 &gt; /proc/sys/kernel/printk</a:t>
            </a:r>
            <a:br/>
            <a:r>
              <a:t>(print everything to console)</a:t>
            </a:r>
            <a:br/>
            <a:br/>
            <a:r>
              <a:t># In code:</a:t>
            </a:r>
            <a:br/>
            <a:r>
              <a:t>printk(KERN_INFO "value: %d\n", val);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Common Pitfalls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96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Module version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Module compiled against different kernel</a:t>
            </a:r>
            <a:br/>
            <a:r>
              <a:t>→ Rebuild module against running kernel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Module not unloading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Module in use or reference count &gt; 0</a:t>
            </a:r>
            <a:br/>
            <a:r>
              <a:t>→ Check lsmod, stop dependent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Wrong console= 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24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Serial console doesn't print kernel messages</a:t>
            </a:r>
            <a:br/>
            <a:r>
              <a:t>→ Check baud rate, UART device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Kernel panic on rootfs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Wrong root= device or rootfstype</a:t>
            </a:r>
            <a:br/>
            <a:r>
              <a:t>→ Check bootargs, partition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systemd service not starting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79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Missing dependency or wrong unit file</a:t>
            </a:r>
            <a:br/>
            <a:r>
              <a:t>→ Check: systemctl status + journalctl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Session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65760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Linux kernel is monolithic but supports loadable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" cy="45720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Kernel modules (.ko) can be loaded/unloaded at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65760" cy="45720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Build kernel with defconfig + menuconfig for your 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365760" cy="4572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Bootargs tell the kernel where rootfs lives (root=, console=)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365760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systemd (rich features) vs BusyBox init (minimal footprint)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