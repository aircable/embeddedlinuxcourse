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Session 7: Linux Systems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B342"/>
                </a:solidFill>
                <a:latin typeface="Arial"/>
              </a:defRPr>
            </a:pPr>
            <a:r>
              <a:t>Processes, Threads, IPC, and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UCSC Extension  •  Embedded Linux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Today's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32004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2334"/>
                </a:solidFill>
                <a:latin typeface="Arial"/>
              </a:defRPr>
            </a:pPr>
            <a:r>
              <a:t>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20040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2334"/>
                </a:solidFill>
                <a:latin typeface="Arial"/>
              </a:defRPr>
            </a:pPr>
            <a:r>
              <a:t>Threads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20040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2334"/>
                </a:solidFill>
                <a:latin typeface="Arial"/>
              </a:defRPr>
            </a:pPr>
            <a:r>
              <a:t>IPC Mechanisms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320040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2334"/>
                </a:solidFill>
                <a:latin typeface="Arial"/>
              </a:defRPr>
            </a:pPr>
            <a:r>
              <a:t>Signals &amp; Advanced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32004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2334"/>
                </a:solidFill>
                <a:latin typeface="Arial"/>
              </a:defRPr>
            </a:pPr>
            <a:r>
              <a:t>Lab &amp; Summary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Processes: fork(), exec(), wait()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#include &lt;unistd.h&gt;</a:t>
            </a:r>
            <a:br/>
            <a:r>
              <a:t>#include &lt;sys/wait.h&gt;</a:t>
            </a:r>
            <a:br/>
            <a:r>
              <a:t>#include &lt;stdio.h&gt;</a:t>
            </a:r>
            <a:br/>
            <a:br/>
            <a:r>
              <a:t>int main(void) {</a:t>
            </a:r>
            <a:br/>
            <a:r>
              <a:t>    pid_t pid = fork();</a:t>
            </a:r>
            <a:br/>
            <a:br/>
            <a:r>
              <a:t>    if (pid &lt; 0) {</a:t>
            </a:r>
            <a:br/>
            <a:r>
              <a:t>        perror("fork failed");</a:t>
            </a:r>
            <a:br/>
            <a:r>
              <a:t>        return 1;</a:t>
            </a:r>
            <a:br/>
            <a:r>
              <a:t>    }</a:t>
            </a:r>
            <a:br/>
            <a:br/>
            <a:r>
              <a:t>    if (pid == 0) {</a:t>
            </a:r>
            <a:br/>
            <a:r>
              <a:t>        // Child process</a:t>
            </a:r>
            <a:br/>
            <a:r>
              <a:t>        printf("Child: PID=%d, Parent PID=%d\n", getpid(), getppid());</a:t>
            </a:r>
            <a:br/>
            <a:br/>
            <a:r>
              <a:t>        // Replace with new program</a:t>
            </a:r>
            <a:br/>
            <a:r>
              <a:t>        char *args[] = {"/bin/ls", "-l", "/tmp", NULL};</a:t>
            </a:r>
            <a:br/>
            <a:r>
              <a:t>        execvp(args[0], args);</a:t>
            </a:r>
            <a:br/>
            <a:br/>
            <a:r>
              <a:t>        // If exec returns, it failed</a:t>
            </a:r>
            <a:br/>
            <a:r>
              <a:t>        perror("exec failed");</a:t>
            </a:r>
            <a:br/>
            <a:r>
              <a:t>        _exit(1);</a:t>
            </a:r>
            <a:br/>
            <a:r>
              <a:t>    } else {</a:t>
            </a:r>
            <a:br/>
            <a:r>
              <a:t>        // Parent process</a:t>
            </a:r>
            <a:br/>
            <a:r>
              <a:t>        printf("Parent: waiting for child %d\n", pid);</a:t>
            </a:r>
            <a:br/>
            <a:br/>
            <a:r>
              <a:t>        int status;</a:t>
            </a:r>
            <a:br/>
            <a:r>
              <a:t>        waitpid(pid, &amp;status, 0);  // Wait for child to finish</a:t>
            </a:r>
            <a:br/>
            <a:br/>
            <a:r>
              <a:t>        if (WIFEXITED(status))</a:t>
            </a:r>
            <a:br/>
            <a:r>
              <a:t>            printf("Child exited with status %d\n", WEXITSTATUS(status));</a:t>
            </a:r>
            <a:br/>
            <a:r>
              <a:t>        if (WIFSIGNALED(status))</a:t>
            </a:r>
            <a:br/>
            <a:r>
              <a:t>            printf("Child killed by signal %d\n", WTERMSIG(status));</a:t>
            </a:r>
            <a:br/>
            <a:r>
              <a:t>    }</a:t>
            </a:r>
            <a:br/>
            <a:r>
              <a:t>    return 0;</a:t>
            </a:r>
            <a:br/>
            <a:r>
              <a:t>}</a:t>
            </a:r>
            <a:br/>
            <a:br/>
            <a:r>
              <a:t>// fork()  → creates child (duplicate of parent)</a:t>
            </a:r>
            <a:br/>
            <a:r>
              <a:t>// exec()  → replaces current process with new program</a:t>
            </a:r>
            <a:br/>
            <a:r>
              <a:t>// wait()  → parent waits for child to terminate</a:t>
            </a:r>
            <a:br/>
            <a:r>
              <a:t>// _exit() → immediate exit (no stdio flush)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Process Relationships &amp; Termination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Process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PID 1 = init/systemd (root of tree)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Every process has a parent (PPID)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fork() creates child of calling process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Orphans reparented to PID 1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Zombies: dead but not waited for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ps -ejH, pstree show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Termination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exit(status) — normal exit, flushes stdio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_exit(status) — immediate, no flush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return from main() — calls exit()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Killed by signal (SIGKILL, SIGSEGV...)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exit status: 0 = success, nonzero = error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WIFEXITED, WEXITSTATUS macros 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Threads: pthread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#include &lt;pthread.h&gt;</a:t>
            </a:r>
            <a:br/>
            <a:r>
              <a:t>#include &lt;stdio.h&gt;</a:t>
            </a:r>
            <a:br/>
            <a:br/>
            <a:r>
              <a:t>static int shared_counter = 0;</a:t>
            </a:r>
            <a:br/>
            <a:r>
              <a:t>static pthread_mutex_t mtx = PTHREAD_MUTEX_INITIALIZER;</a:t>
            </a:r>
            <a:br/>
            <a:br/>
            <a:r>
              <a:t>void *worker(void *arg) {</a:t>
            </a:r>
            <a:br/>
            <a:r>
              <a:t>    int id = *(int *)arg;</a:t>
            </a:r>
            <a:br/>
            <a:r>
              <a:t>    for (int i = 0; i &lt; 1000; i++) {</a:t>
            </a:r>
            <a:br/>
            <a:r>
              <a:t>        pthread_mutex_lock(&amp;mtx);</a:t>
            </a:r>
            <a:br/>
            <a:r>
              <a:t>        shared_counter++;            // Critical section</a:t>
            </a:r>
            <a:br/>
            <a:r>
              <a:t>        pthread_mutex_unlock(&amp;mtx);</a:t>
            </a:r>
            <a:br/>
            <a:r>
              <a:t>    }</a:t>
            </a:r>
            <a:br/>
            <a:r>
              <a:t>    printf("Thread %d done\n", id);</a:t>
            </a:r>
            <a:br/>
            <a:r>
              <a:t>    return NULL;</a:t>
            </a:r>
            <a:br/>
            <a:r>
              <a:t>}</a:t>
            </a:r>
            <a:br/>
            <a:br/>
            <a:r>
              <a:t>int main(void) {</a:t>
            </a:r>
            <a:br/>
            <a:r>
              <a:t>    pthread_t t1, t2;</a:t>
            </a:r>
            <a:br/>
            <a:r>
              <a:t>    int id1 = 1, id2 = 2;</a:t>
            </a:r>
            <a:br/>
            <a:br/>
            <a:r>
              <a:t>    pthread_create(&amp;t1, NULL, worker, &amp;id1);  // Start threads</a:t>
            </a:r>
            <a:br/>
            <a:r>
              <a:t>    pthread_create(&amp;t2, NULL, worker, &amp;id2);</a:t>
            </a:r>
            <a:br/>
            <a:br/>
            <a:r>
              <a:t>    pthread_join(t1, NULL);   // Wait for threads</a:t>
            </a:r>
            <a:br/>
            <a:r>
              <a:t>    pthread_join(t2, NULL);</a:t>
            </a:r>
            <a:br/>
            <a:br/>
            <a:r>
              <a:t>    printf("Counter = %d\n", shared_counter);  // Always 2000</a:t>
            </a:r>
            <a:br/>
            <a:r>
              <a:t>    return 0;</a:t>
            </a:r>
            <a:br/>
            <a:r>
              <a:t>}</a:t>
            </a:r>
            <a:br/>
            <a:br/>
            <a:r>
              <a:t>// Threads share: heap, code, files, signals</a:t>
            </a:r>
            <a:br/>
            <a:r>
              <a:t>// Each thread has: stack, registers, errno, TLS</a:t>
            </a:r>
            <a:br/>
            <a:r>
              <a:t>// pthread_create() → new thread of execution</a:t>
            </a:r>
            <a:br/>
            <a:r>
              <a:t>// pthread_join()   → wait for thread to finish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Mutexes &amp; Condition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Mutex (pthread_mutex_t)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pthread_mutex_lock(&amp;m)   — acquire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pthread_mutex_unlock(&amp;m) — release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pthread_mutex_trylock(&amp;m) — non-blocking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PTHREAD_MUTEX_INITIALIZER — static init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pthread_mutex_init/destroy — dynamic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Never hold mutex across sleep/I/O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Condition Variable (pthread_cond_t)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pthread_cond_wait(&amp;c, &amp;m) — sleep, reacquire mutex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pthread_cond_signal(&amp;c)   — wake one waiter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pthread_cond_broadcast(&amp;c) — wake all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Always use with a mutex + predicate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While(!predicate) cond_wait()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Producer-consumer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Condition Variable: Producer-Consumer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// Shared state</a:t>
            </a:r>
            <a:br/>
            <a:r>
              <a:t>int buffer[BUFSIZE];</a:t>
            </a:r>
            <a:br/>
            <a:r>
              <a:t>int count = 0;</a:t>
            </a:r>
            <a:br/>
            <a:r>
              <a:t>pthread_mutex_t mtx = PTHREAD_MUTEX_INITIALIZER;</a:t>
            </a:r>
            <a:br/>
            <a:r>
              <a:t>pthread_cond_t not_full = PTHREAD_COND_INITIALIZER;</a:t>
            </a:r>
            <a:br/>
            <a:r>
              <a:t>pthread_cond_t not_empty = PTHREAD_COND_INITIALIZER;</a:t>
            </a:r>
            <a:br/>
            <a:br/>
            <a:r>
              <a:t>// Producer</a:t>
            </a:r>
            <a:br/>
            <a:r>
              <a:t>void *producer(void *arg) {</a:t>
            </a:r>
            <a:br/>
            <a:r>
              <a:t>    while (running) {</a:t>
            </a:r>
            <a:br/>
            <a:r>
              <a:t>        pthread_mutex_lock(&amp;mtx);</a:t>
            </a:r>
            <a:br/>
            <a:r>
              <a:t>        while (count == BUFSIZE)                       // MUST be while, not if</a:t>
            </a:r>
            <a:br/>
            <a:r>
              <a:t>            pthread_cond_wait(&amp;not_full, &amp;mtx);        // Atomically unlocks+sleeps</a:t>
            </a:r>
            <a:br/>
            <a:r>
              <a:t>        buffer[count++] = produce_item();</a:t>
            </a:r>
            <a:br/>
            <a:r>
              <a:t>        pthread_cond_signal(&amp;not_empty);               // Wake consumer</a:t>
            </a:r>
            <a:br/>
            <a:r>
              <a:t>        pthread_mutex_unlock(&amp;mtx);</a:t>
            </a:r>
            <a:br/>
            <a:r>
              <a:t>    }</a:t>
            </a:r>
            <a:br/>
            <a:r>
              <a:t>    return NULL;</a:t>
            </a:r>
            <a:br/>
            <a:r>
              <a:t>}</a:t>
            </a:r>
            <a:br/>
            <a:br/>
            <a:r>
              <a:t>// Consumer</a:t>
            </a:r>
            <a:br/>
            <a:r>
              <a:t>void *consumer(void *arg) {</a:t>
            </a:r>
            <a:br/>
            <a:r>
              <a:t>    while (running) {</a:t>
            </a:r>
            <a:br/>
            <a:r>
              <a:t>        pthread_mutex_lock(&amp;mtx);</a:t>
            </a:r>
            <a:br/>
            <a:r>
              <a:t>        while (count == 0)                             // MUST be while, not if</a:t>
            </a:r>
            <a:br/>
            <a:r>
              <a:t>            pthread_cond_wait(&amp;not_empty, &amp;mtx);</a:t>
            </a:r>
            <a:br/>
            <a:r>
              <a:t>        item = buffer[--count];</a:t>
            </a:r>
            <a:br/>
            <a:r>
              <a:t>        pthread_cond_signal(&amp;not_full);                // Wake producer</a:t>
            </a:r>
            <a:br/>
            <a:r>
              <a:t>        pthread_mutex_unlock(&amp;mtx);</a:t>
            </a:r>
            <a:br/>
            <a:r>
              <a:t>        consume_item(item);</a:t>
            </a:r>
            <a:br/>
            <a:r>
              <a:t>    }</a:t>
            </a:r>
            <a:br/>
            <a:r>
              <a:t>    return NULL;</a:t>
            </a:r>
            <a:br/>
            <a:r>
              <a:t>}</a:t>
            </a:r>
            <a:br/>
            <a:br/>
            <a:r>
              <a:t>// Key rules:</a:t>
            </a:r>
            <a:br/>
            <a:r>
              <a:t>// 1. Always use while(!predicate), not if</a:t>
            </a:r>
            <a:br/>
            <a:r>
              <a:t>// 2. cond_wait() atomically unlocks mutex and sleeps</a:t>
            </a:r>
            <a:br/>
            <a:r>
              <a:t>// 3. On wakeup, mutex is reacquired before return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IPC Overview &amp; Pipes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IPC Mechanisms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Pipes (unnamed)  — parent/child only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Named Pipes (FIFO) — any process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Unix Domain Sockets — full duplex, fast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TCP/IP Sockets    — network capable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Shared Memory     — fastest IPC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Message Queues    — structured messages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Signals           — simple notifications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Pipes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int pipe(fd[2])  — fd[0]=read, fd[1]=write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Unidirectional byte stream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Only between related processes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Close unused ends in parent/child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fork() after pipe() to share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Data is buffered in kernel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Named Pipes (FIFO) &amp; Unix Sockets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// ─── Named Pipe (FIFO) ───</a:t>
            </a:r>
            <a:br/>
            <a:r>
              <a:t>// Create FIFO (filesystem node):</a:t>
            </a:r>
            <a:br/>
            <a:r>
              <a:t>$ mkfifo /tmp/myfifo</a:t>
            </a:r>
            <a:br/>
            <a:br/>
            <a:r>
              <a:t>// Process A (writer):</a:t>
            </a:r>
            <a:br/>
            <a:r>
              <a:t>int fd = open("/tmp/myfifo", O_WRONLY);</a:t>
            </a:r>
            <a:br/>
            <a:r>
              <a:t>write(fd, "hello", 6);</a:t>
            </a:r>
            <a:br/>
            <a:r>
              <a:t>close(fd);</a:t>
            </a:r>
            <a:br/>
            <a:br/>
            <a:r>
              <a:t>// Process B (reader):</a:t>
            </a:r>
            <a:br/>
            <a:r>
              <a:t>int fd = open("/tmp/myfifo", O_RDONLY);</a:t>
            </a:r>
            <a:br/>
            <a:r>
              <a:t>char buf[64];</a:t>
            </a:r>
            <a:br/>
            <a:r>
              <a:t>read(fd, buf, sizeof buf);</a:t>
            </a:r>
            <a:br/>
            <a:r>
              <a:t>close(fd);</a:t>
            </a:r>
            <a:br/>
            <a:br/>
            <a:r>
              <a:t>// ─── Unix Domain Socket ───</a:t>
            </a:r>
            <a:br/>
            <a:r>
              <a:t>// Server:</a:t>
            </a:r>
            <a:br/>
            <a:r>
              <a:t>int s = socket(AF_UNIX, SOCK_STREAM, 0);</a:t>
            </a:r>
            <a:br/>
            <a:r>
              <a:t>struct sockaddr_un addr = { ..sun_family = AF_UNIX };</a:t>
            </a:r>
            <a:br/>
            <a:r>
              <a:t>strcpy(addr.sun_path, "/tmp/mysock");</a:t>
            </a:r>
            <a:br/>
            <a:r>
              <a:t>bind(s, (struct sockaddr *)&amp;addr, sizeof addr);</a:t>
            </a:r>
            <a:br/>
            <a:r>
              <a:t>listen(s, 5);</a:t>
            </a:r>
            <a:br/>
            <a:r>
              <a:t>int c = accept(s, NULL, NULL);</a:t>
            </a:r>
            <a:br/>
            <a:r>
              <a:t>read(c, buf, sizeof buf);</a:t>
            </a:r>
            <a:br/>
            <a:r>
              <a:t>close(c); close(s);</a:t>
            </a:r>
            <a:br/>
            <a:br/>
            <a:r>
              <a:t>// Client:</a:t>
            </a:r>
            <a:br/>
            <a:r>
              <a:t>int s = socket(AF_UNIX, SOCK_STREAM, 0);</a:t>
            </a:r>
            <a:br/>
            <a:r>
              <a:t>connect(s, (struct sockaddr *)&amp;addr, sizeof addr);</a:t>
            </a:r>
            <a:br/>
            <a:r>
              <a:t>write(s, "hello", 6);</a:t>
            </a:r>
            <a:br/>
            <a:r>
              <a:t>close(s);</a:t>
            </a:r>
            <a:br/>
            <a:br/>
            <a:r>
              <a:t>// Advantages: full-duplex, fd passing, credentials</a:t>
            </a:r>
            <a:br/>
            <a:r>
              <a:t>// Uses filesystem path as address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TCP/IP Sockets &amp; Shared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TCP/IP Sockets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socket(AF_INET, SOCK_STREAM, 0)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bind() — assign address:port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listen() + accept() — server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connect() — client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send()/recv() or write()/read()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Works across network (not just local)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Use SO_REUSEADDR for quick restart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Shared Memory (shm)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shmget() — create/get shared segment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shmat()  — attach to process address space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Direct memory access — fastest IPC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NO synchronization built in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Use semaphores or mutexes for safety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shmdt() detach, shmctl() destroy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Useful: large buffers, sensor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Message Queues (POSIX)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#include &lt;mqueue.h&gt;</a:t>
            </a:r>
            <a:br/>
            <a:br/>
            <a:r>
              <a:t>// Create/open message queue:</a:t>
            </a:r>
            <a:br/>
            <a:r>
              <a:t>mqd_t mq = mq_open("/myqueue", O_CREAT | O_RDWR, 0644, NULL);</a:t>
            </a:r>
            <a:br/>
            <a:br/>
            <a:r>
              <a:t>// Send message:</a:t>
            </a:r>
            <a:br/>
            <a:r>
              <a:t>struct { int type; char data[256]; } msg;</a:t>
            </a:r>
            <a:br/>
            <a:r>
              <a:t>msg.type = 1;</a:t>
            </a:r>
            <a:br/>
            <a:r>
              <a:t>strcpy(msg.data, "sensor reading: 42");</a:t>
            </a:r>
            <a:br/>
            <a:r>
              <a:t>mq_send(mq, (char *)&amp;msg, sizeof(msg), 0);  // priority = 0</a:t>
            </a:r>
            <a:br/>
            <a:br/>
            <a:r>
              <a:t>// Receive message:</a:t>
            </a:r>
            <a:br/>
            <a:r>
              <a:t>struct { int type; char data[256]; } recv_msg;</a:t>
            </a:r>
            <a:br/>
            <a:r>
              <a:t>unsigned prio;</a:t>
            </a:r>
            <a:br/>
            <a:r>
              <a:t>ssize_t n = mq_receive(mq, (char *)&amp;recv_msg, sizeof(recv_msg), &amp;prio);</a:t>
            </a:r>
            <a:br/>
            <a:r>
              <a:t>printf("Received: %s (priority %u)\n", recv_msg.data, prio);</a:t>
            </a:r>
            <a:br/>
            <a:br/>
            <a:r>
              <a:t>// Cleanup:</a:t>
            </a:r>
            <a:br/>
            <a:r>
              <a:t>mq_close(mq);</a:t>
            </a:r>
            <a:br/>
            <a:r>
              <a:t>mq_unlink("/myqueue");  // Removes the queue</a:t>
            </a:r>
            <a:br/>
            <a:br/>
            <a:r>
              <a:t>// Key properties:</a:t>
            </a:r>
            <a:br/>
            <a:r>
              <a:t>// - Persistent (survive process exit until unlink)</a:t>
            </a:r>
            <a:br/>
            <a:r>
              <a:t>// - Priority-based message ordering",</a:t>
            </a:r>
            <a:br/>
            <a:r>
              <a:t>// - Select/poll on mq descriptor</a:t>
            </a:r>
            <a:br/>
            <a:r>
              <a:t>// - Kernel-bounded (limited messages/size)</a:t>
            </a:r>
            <a:br/>
            <a:r>
              <a:t>// - Great for producer-consumer with priority</a:t>
            </a:r>
            <a:br/>
            <a:br/>
            <a:r>
              <a:t>// Compare to pipes:</a:t>
            </a:r>
            <a:br/>
            <a:r>
              <a:t>// - Pipes: byte stream, no structure</a:t>
            </a:r>
            <a:br/>
            <a:r>
              <a:t>// - MQueues: messages with type/priority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Signals &amp; Signal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#include &lt;signal.h&gt;</a:t>
            </a:r>
            <a:br/>
            <a:r>
              <a:t>#include &lt;stdio.h&gt;</a:t>
            </a:r>
            <a:br/>
            <a:r>
              <a:t>#include &lt;unistd.h&gt;</a:t>
            </a:r>
            <a:br/>
            <a:br/>
            <a:r>
              <a:t>volatile sig_atomic_t got_signal = 0;</a:t>
            </a:r>
            <a:br/>
            <a:br/>
            <a:r>
              <a:t>void handler(int sig) {</a:t>
            </a:r>
            <a:br/>
            <a:r>
              <a:t>    got_signal = sig;     // Only set flag here!</a:t>
            </a:r>
            <a:br/>
            <a:r>
              <a:t>    // Do NOT: printf, malloc, lock, longjmp</a:t>
            </a:r>
            <a:br/>
            <a:r>
              <a:t>}</a:t>
            </a:r>
            <a:br/>
            <a:br/>
            <a:r>
              <a:t>int main(void) {</a:t>
            </a:r>
            <a:br/>
            <a:r>
              <a:t>    struct sigaction sa = { .sa_handler = handler, .sa_flags = 0 };</a:t>
            </a:r>
            <a:br/>
            <a:r>
              <a:t>    sigemptyset(&amp;sa.sa_mask);</a:t>
            </a:r>
            <a:br/>
            <a:br/>
            <a:r>
              <a:t>    sigaction(SIGINT,  &amp;sa, NULL);   // Ctrl-C</a:t>
            </a:r>
            <a:br/>
            <a:r>
              <a:t>    sigaction(SIGTERM, &amp;sa, NULL);   // kill &lt;pid&gt;</a:t>
            </a:r>
            <a:br/>
            <a:r>
              <a:t>    sigaction(SIGUSR1, &amp;sa, NULL);   // Custom user signal</a:t>
            </a:r>
            <a:br/>
            <a:br/>
            <a:r>
              <a:t>    while (1) {</a:t>
            </a:r>
            <a:br/>
            <a:r>
              <a:t>        if (got_signal) {</a:t>
            </a:r>
            <a:br/>
            <a:r>
              <a:t>            printf("Caught signal %d\n", got_signal);</a:t>
            </a:r>
            <a:br/>
            <a:r>
              <a:t>            got_signal = 0;</a:t>
            </a:r>
            <a:br/>
            <a:r>
              <a:t>        }</a:t>
            </a:r>
            <a:br/>
            <a:r>
              <a:t>        pause();   // Sleep until signal arrives</a:t>
            </a:r>
            <a:br/>
            <a:r>
              <a:t>    }</a:t>
            </a:r>
            <a:br/>
            <a:r>
              <a:t>    return 0;</a:t>
            </a:r>
            <a:br/>
            <a:r>
              <a:t>}</a:t>
            </a:r>
            <a:br/>
            <a:br/>
            <a:r>
              <a:t>// Common signals:</a:t>
            </a:r>
            <a:br/>
            <a:r>
              <a:t>// SIGINT (2)   — Ctrl-C from terminal</a:t>
            </a:r>
            <a:br/>
            <a:r>
              <a:t>// SIGTERM (15) — kill &lt;pid&gt; (graceful)</a:t>
            </a:r>
            <a:br/>
            <a:r>
              <a:t>// SIGKILL (9)  — kill -9 &lt;pid&gt; (uncatchable)</a:t>
            </a:r>
            <a:br/>
            <a:r>
              <a:t>// SIGSEGV (11) — Segmentation fault</a:t>
            </a:r>
            <a:br/>
            <a:r>
              <a:t>// SIGCHLD (17) — Child process exited</a:t>
            </a:r>
            <a:br/>
            <a:r>
              <a:t>// SIGPIPE (13) — Write to broken pipe</a:t>
            </a:r>
            <a:br/>
            <a:r>
              <a:t>// SIGUSR1/SIGUSR2 (10/12) — User-defined</a:t>
            </a:r>
            <a:br/>
            <a:br/>
            <a:r>
              <a:t>// Async-signal-safe functions:</a:t>
            </a:r>
            <a:br/>
            <a:r>
              <a:t>// write(), _exit(), sigaction(), kill()</a:t>
            </a:r>
            <a:br/>
            <a:r>
              <a:t>// Do NOT use: printf, malloc, pthread_mutex_lock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Real-time Signals &amp; Signal Masking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Real-time Signals (SIGRTMIN..SIGRTMAX)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Queued (not lost) — same signal queued multiple times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Carry payload (int or pointer) via sigqueue()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Ordered by priority (lower sig number = higher priority)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Use sigaction() with SA_SIGINFO for payload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Great for event notification between processes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~32 real-time signals available (SIGRTMIN+n)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Signal Masking &amp; sigprocmask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sigset_t set; sigemptyset(&amp;set);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sigaddset(&amp;set, SIGINT);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sigprocmask(SIG_BLOCK, &amp;set, NULL);  // Block signal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sigprocmask(SIG_UNBLOCK, &amp;set, NULL); // Unblock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sigpending(&amp;set);  // Check pending signals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sigsuspend(&amp;set);  // Atomically unblock + pause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Useful: protect critical sections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Memory Mapping (mmap)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#include &lt;sys/mman.h&gt;</a:t>
            </a:r>
            <a:br/>
            <a:r>
              <a:t>#include &lt;fcntl.h&gt;</a:t>
            </a:r>
            <a:br/>
            <a:br/>
            <a:r>
              <a:t>// Map a file into memory:</a:t>
            </a:r>
            <a:br/>
            <a:r>
              <a:t>int fd = open("/dev/mem", O_RDWR | O_SYNC);</a:t>
            </a:r>
            <a:br/>
            <a:r>
              <a:t>void *addr = mmap(NULL, page_size,</a:t>
            </a:r>
            <a:br/>
            <a:r>
              <a:t>                  PROT_READ | PROT_WRITE,</a:t>
            </a:r>
            <a:br/>
            <a:r>
              <a:t>                  MAP_SHARED,       // Shared with other processes</a:t>
            </a:r>
            <a:br/>
            <a:r>
              <a:t>                  fd,               // File descriptor</a:t>
            </a:r>
            <a:br/>
            <a:r>
              <a:t>                  0x48000000);      // Physical address offset</a:t>
            </a:r>
            <a:br/>
            <a:br/>
            <a:r>
              <a:t>if (addr == MAP_FAILED) { perror("mmap"); exit(1); }</a:t>
            </a:r>
            <a:br/>
            <a:br/>
            <a:r>
              <a:t>// Now access hardware registers directly:</a:t>
            </a:r>
            <a:br/>
            <a:r>
              <a:t>volatile uint32_t *reg = (uint32_t *)addr;</a:t>
            </a:r>
            <a:br/>
            <a:r>
              <a:t>uint32_t value = reg[0];           // Read register</a:t>
            </a:r>
            <a:br/>
            <a:r>
              <a:t>reg[1] = 0xDEADBEEF;              // Write register</a:t>
            </a:r>
            <a:br/>
            <a:br/>
            <a:r>
              <a:t>// Anonymous mapping (no file, just memory):</a:t>
            </a:r>
            <a:br/>
            <a:r>
              <a:t>void *buf = mmap(NULL, 4096,</a:t>
            </a:r>
            <a:br/>
            <a:r>
              <a:t>                 PROT_READ | PROT_WRITE,</a:t>
            </a:r>
            <a:br/>
            <a:r>
              <a:t>                 MAP_PRIVATE | MAP_ANONYMOUS,</a:t>
            </a:r>
            <a:br/>
            <a:r>
              <a:t>                 -1, 0);</a:t>
            </a:r>
            <a:br/>
            <a:br/>
            <a:r>
              <a:t>// Cleanup:</a:t>
            </a:r>
            <a:br/>
            <a:r>
              <a:t>munmap(addr, page_size);</a:t>
            </a:r>
            <a:br/>
            <a:r>
              <a:t>munmap(buf, 4096);</a:t>
            </a:r>
            <a:br/>
            <a:r>
              <a:t>close(fd);</a:t>
            </a:r>
            <a:br/>
            <a:br/>
            <a:r>
              <a:t>// Key flags:</a:t>
            </a:r>
            <a:br/>
            <a:r>
              <a:t>// PROT_READ | PROT_WRITE | PROT_EXEC | PROT_NONE</a:t>
            </a:r>
            <a:br/>
            <a:r>
              <a:t>// MAP_SHARED (visible to other processes)</a:t>
            </a:r>
            <a:br/>
            <a:r>
              <a:t>// MAP_PRIVATE (copy-on-write)</a:t>
            </a:r>
            <a:br/>
            <a:r>
              <a:t>// MAP_ANONYMOUS (no backing file)</a:t>
            </a:r>
            <a:br/>
            <a:br/>
            <a:r>
              <a:t>// Common uses:</a:t>
            </a:r>
            <a:br/>
            <a:r>
              <a:t>// - Access hardware registers (/dev/mem)</a:t>
            </a:r>
            <a:br/>
            <a:r>
              <a:t>// - Shared memory between processes</a:t>
            </a:r>
            <a:br/>
            <a:r>
              <a:t>// - Large memory allocations</a:t>
            </a:r>
            <a:br/>
            <a:r>
              <a:t>// - Load executable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ioctl: Device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What is ioctl?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ioctl(fd, request, arg) — device-specific ops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Not a regular read/write — custom commands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Each driver defines its own ioctl commands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Used for: config, status, control operations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Commands encoded: direction, type, number, size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_IO/_IOR/_IOW/_IOWR macros define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Example: GPIO via ioctl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fd = open('/dev/gpiochip0', O_RDONLY);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struct gpiochip_info info;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ioctl(fd, GPIO_GET_CHIPINFO_IOCTL, &amp;info);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struct gpioevent_request req;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req.lineoffset = 4;  // GPIO4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req.handleflags = GPIOHANDLE_REQUEST_INPUT;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ioctl(fd, GPIO_GET_LINEEVENT_IOCTL, &amp;req);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// read() on req.fd for edge events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close(req.fd); close(fd);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Arial"/>
              </a:defRPr>
            </a:pPr>
            <a:r>
              <a:t>Lab: Multi-process Data Collector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8686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22960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1.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Create project directory:</a:t>
            </a:r>
            <a:br/>
            <a:r>
              <a:t>$ mkdir collector &amp;&amp; cd collector</a:t>
            </a:r>
            <a:br/>
            <a:r>
              <a:t>$ touch collector.h sensor.c controller.c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9339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2082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2. Shared Memory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21992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Define shared structure in collector.h:</a:t>
            </a:r>
            <a:br/>
            <a:r>
              <a:t>struct sensor_data { int temp; int humidity; pid_t writer; };</a:t>
            </a:r>
            <a:br/>
            <a:r>
              <a:t>Use shmget()/shmat() in sensor.c to create shared segment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11810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45536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72384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3. Sensor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46704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sensor.c: fork() child, read fake sensor, write to shm</a:t>
            </a:r>
            <a:br/>
            <a:r>
              <a:t>sleep(1), update shm, signal controller via SIGUSR1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242816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7024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97096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4. Controller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71416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controller.c: attach to same shm, handle SIGUSR1</a:t>
            </a:r>
            <a:br/>
            <a:r>
              <a:t>On signal: read shm, print values, check thresholds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36752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21808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5. Build &amp;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96128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$ gcc -o sensor sensor.c -lrt</a:t>
            </a:r>
            <a:br/>
            <a:r>
              <a:t>$ gcc -o controller controller.c -lrt</a:t>
            </a:r>
            <a:br/>
            <a:r>
              <a:t>$ ./sensor &amp;$ ./controller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Lab: Multi-process Data Collector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Lab: Expected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$ ./sensor &amp;</a:t>
            </a:r>
            <a:br/>
            <a:r>
              <a:t>[1] 12345</a:t>
            </a:r>
            <a:br/>
            <a:br/>
            <a:r>
              <a:t>$ ./controller</a:t>
            </a:r>
            <a:br/>
            <a:r>
              <a:t>Waiting for sensor data...</a:t>
            </a:r>
            <a:br/>
            <a:br/>
            <a:r>
              <a:t>[Caught SIGUSR1] Sensor update:</a:t>
            </a:r>
            <a:br/>
            <a:r>
              <a:t>  Temperature: 23 C</a:t>
            </a:r>
            <a:br/>
            <a:r>
              <a:t>  Humidity:    45%</a:t>
            </a:r>
            <a:br/>
            <a:r>
              <a:t>  Written by:  12345</a:t>
            </a:r>
            <a:br/>
            <a:br/>
            <a:r>
              <a:t>[Caught SIGUSR1] Sensor update:</a:t>
            </a:r>
            <a:br/>
            <a:r>
              <a:t>  Temperature: 24 C</a:t>
            </a:r>
            <a:br/>
            <a:r>
              <a:t>  Humidity:    44%</a:t>
            </a:r>
            <a:br/>
            <a:r>
              <a:t>  Written by:  12345</a:t>
            </a:r>
            <a:br/>
            <a:br/>
            <a:r>
              <a:t>[Caught SIGUSR1] Sensor update: ALERT!</a:t>
            </a:r>
            <a:br/>
            <a:r>
              <a:t>  Temperature: 85 C  ← THRESHOLD EXCEEDED!</a:t>
            </a:r>
            <a:br/>
            <a:br/>
            <a:r>
              <a:t>// Verify shared memory:</a:t>
            </a:r>
            <a:br/>
            <a:r>
              <a:t>$ ipcs -m</a:t>
            </a:r>
            <a:br/>
            <a:r>
              <a:t>------ Shared Memory Segments --------</a:t>
            </a:r>
            <a:br/>
            <a:r>
              <a:t>key        shmid      owner      bytes</a:t>
            </a:r>
            <a:br/>
            <a:r>
              <a:t>0x1234     0          user       48</a:t>
            </a:r>
            <a:br/>
            <a:br/>
            <a:r>
              <a:t>$ ipcrm -M 0x1234   // Clean up</a:t>
            </a:r>
            <a:br/>
            <a:br/>
            <a:r>
              <a:t>// Verify processes:</a:t>
            </a:r>
            <a:br/>
            <a:r>
              <a:t>$ ps aux | grep -E 'sensor|controller'</a:t>
            </a:r>
            <a:br/>
            <a:r>
              <a:t>user  12345  0.0  0.0  sensor</a:t>
            </a:r>
            <a:br/>
            <a:r>
              <a:t>user  12346  0.0  0.0  controller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Lab: Multi-process Data Collector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Common Pitfalls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94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2334"/>
                </a:solidFill>
                <a:latin typeface="Arial"/>
              </a:defRPr>
            </a:pPr>
            <a:r>
              <a:t>⚠  Race condition on shared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247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2334"/>
                </a:solidFill>
                <a:latin typeface="Arial"/>
              </a:defRPr>
            </a:pPr>
            <a:r>
              <a:t>Two threads writing same variable without lock</a:t>
            </a:r>
            <a:br/>
            <a:r>
              <a:t>→ Use mutex or atomic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77295" cy="594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2334"/>
                </a:solidFill>
                <a:latin typeface="Arial"/>
              </a:defRPr>
            </a:pPr>
            <a:r>
              <a:t>⚠  Deadlock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562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2334"/>
                </a:solidFill>
                <a:latin typeface="Arial"/>
              </a:defRPr>
            </a:pPr>
            <a:r>
              <a:t>Thread A holds lock1, waits for lock2</a:t>
            </a:r>
            <a:br/>
            <a:r>
              <a:t>Thread B holds lock2, waits for lock1</a:t>
            </a:r>
            <a:br/>
            <a:r>
              <a:t>→ Always acquire locks in same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11277295" cy="594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2334"/>
                </a:solidFill>
                <a:latin typeface="Arial"/>
              </a:defRPr>
            </a:pPr>
            <a:r>
              <a:t>⚠  Zombie processes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8775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2334"/>
                </a:solidFill>
                <a:latin typeface="Arial"/>
              </a:defRPr>
            </a:pPr>
            <a:r>
              <a:t>Child exited but parent didn't wait()</a:t>
            </a:r>
            <a:br/>
            <a:r>
              <a:t>→ Always call wait() or handle SIGCHLD, or use SIG_IGN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11277295" cy="594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2334"/>
                </a:solidFill>
                <a:latin typeface="Arial"/>
              </a:defRPr>
            </a:pPr>
            <a:r>
              <a:t>⚠  Signal handler crash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192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2334"/>
                </a:solidFill>
                <a:latin typeface="Arial"/>
              </a:defRPr>
            </a:pPr>
            <a:r>
              <a:t>Called printf() or malloc() in signal handler</a:t>
            </a:r>
            <a:br/>
            <a:r>
              <a:t>→ Only async-signal-safe functions in handler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49040"/>
            <a:ext cx="11277295" cy="59436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2334"/>
                </a:solidFill>
                <a:latin typeface="Arial"/>
              </a:defRPr>
            </a:pPr>
            <a:r>
              <a:t>⚠  mmap not unmapped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5079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52334"/>
                </a:solidFill>
                <a:latin typeface="Arial"/>
              </a:defRPr>
            </a:pPr>
            <a:r>
              <a:t>Process exit with active mmap → memory leak</a:t>
            </a:r>
            <a:br/>
            <a:r>
              <a:t>→ Always munmap() when done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Session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73152" cy="1078992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104869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fork()/exec()/wait() — process creation and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47672"/>
            <a:ext cx="73152" cy="1078992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1104869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Threads (pthreads) share address space — mutex + condvar for sync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72384"/>
            <a:ext cx="73152" cy="1078992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72384"/>
            <a:ext cx="1104869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IPC: pipes, FIFOs, sockets, shared memory, message queues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97096"/>
            <a:ext cx="73152" cy="1078992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97096"/>
            <a:ext cx="1104869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Signals for async events — use volatile sig_atomic_t flag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321808"/>
            <a:ext cx="73152" cy="1078992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21808"/>
            <a:ext cx="1104869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mmap for hardware access and shared memory between processes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References &amp; 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Books &amp; Tutorials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The Linux Programming Interface (Kerrisk)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Advanced Programming in the UNIX Environment (Stevens)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Linux man pages: man7.org/linux/man-pages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POSIX Threads tutorial: computing.llnl.gov/tutorials/pthreads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Key Man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fork(2), exec(2), wait(2)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pthread_create(3), pthread_mutex_lock(3)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pipe(2), socket(2), sendmsg(2)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shmget(2), mq_open(3), sigaction(2)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mmap(2), ioctl(2), signal(7)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7  •  Linux Systems 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