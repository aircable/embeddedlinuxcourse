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4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457200" y="1371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"/>
              </a:defRPr>
            </a:pPr>
            <a:r>
              <a:t>Session 3: Buildroot &amp; Yocto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999999"/>
                </a:solidFill>
                <a:latin typeface="Arial"/>
              </a:defRPr>
            </a:pPr>
            <a:r>
              <a:t>Embedded Linux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95959"/>
                </a:solidFill>
                <a:latin typeface="Arial"/>
              </a:defRPr>
            </a:pPr>
            <a:r>
              <a:t>UCSC Extension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Embedded Linux Design  •  Session 3  •  Buildroot &amp; Yocto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Today's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320040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82296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34"/>
                </a:solidFill>
                <a:latin typeface="Arial"/>
              </a:defRPr>
            </a:pPr>
            <a:r>
              <a:t>Why Build Systems?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320040" cy="36576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34"/>
                </a:solidFill>
                <a:latin typeface="Arial"/>
              </a:defRPr>
            </a:pPr>
            <a:r>
              <a:t>Buildroot Deep Dive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320040" cy="36576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34"/>
                </a:solidFill>
                <a:latin typeface="Arial"/>
              </a:defRPr>
            </a:pPr>
            <a:r>
              <a:t>Yocto Deep Dive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31720"/>
            <a:ext cx="320040" cy="36576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3172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34"/>
                </a:solidFill>
                <a:latin typeface="Arial"/>
              </a:defRPr>
            </a:pPr>
            <a:r>
              <a:t>Comparison &amp; Strategy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320040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34640"/>
            <a:ext cx="111858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2334"/>
                </a:solidFill>
                <a:latin typeface="Arial"/>
              </a:defRPr>
            </a:pPr>
            <a:r>
              <a:t>Debugging &amp;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Why Build Systems?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The Problem with Manual Builds: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Manual builds are error-prone and unreproducible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Dependency tracking across 100+ packages is unmanageable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Cross-compilation adds complexity at every step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Board-specific patches and configs scatter across scripts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Onboarding a new engineer takes weeks of tribal knowledge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822960"/>
            <a:ext cx="5303520" cy="320040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0058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What a Build System Gives 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5544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Reproducible builds from a single config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116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Automatic dependency resolution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688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Cross-compilation toolchain management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260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Package version pinning and updates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3832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One command: make / bitbake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Build System Landscape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277295" cy="100584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11277295" cy="36576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Buildroot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Simple, fast, single config. Best for small, static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11680"/>
            <a:ext cx="11277295" cy="100584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2011680"/>
            <a:ext cx="11277295" cy="36576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Yocto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Flexible, layer-based, enterprise-grade. Best for complex products.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200400"/>
            <a:ext cx="11277295" cy="1005840"/>
          </a:xfrm>
          <a:prstGeom prst="round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11277295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246120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OpenWrt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657600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Router-focused fork of Buildroot. Great for network devices.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11277295" cy="100584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4389120"/>
            <a:ext cx="11277295" cy="36576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434840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PTXdist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846320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Practical, menu-driven. Popular in industrial European projects.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4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Buildroot: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Buildroot is a set of Makefiles and patches that generates a complete Linux cross-compilation toolchain and root filesystem for embedded systems.</a:t>
            </a:r>
            <a:br/>
            <a:br/>
            <a:r>
              <a:t>One configuration file. One make command. One output directory.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11277295" cy="228600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▸  Created: 2001 (as uclibc-make)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▸  Language: GNU Make + Kconfig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▸  Output: toolchain + kernel + rootfs + bootloader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▸  Package count: 2000+ packages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▸  Build time: ~30 min (minimal system)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Buildroot: Build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737360" cy="86868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68680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1. Configure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188720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make menuconfig</a:t>
            </a:r>
            <a:br/>
            <a:r>
              <a:t>Select packages, toolchain, kernel, filesystem 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822960"/>
            <a:ext cx="1737360" cy="86868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96312" y="868680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2. Download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2" y="1188720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Fetch source tarballs</a:t>
            </a:r>
            <a:br/>
            <a:r>
              <a:t>packages from upstream URLs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822960"/>
            <a:ext cx="1737360" cy="86868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2272" y="868680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3. Extract + 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1188720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Unpack sources</a:t>
            </a:r>
            <a:br/>
            <a:r>
              <a:t>Apply Buildroot patches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828800"/>
            <a:ext cx="1737360" cy="86868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1874520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4. Build Toolchain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194560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Cross-compiler + C library</a:t>
            </a:r>
            <a:br/>
            <a:r>
              <a:t>gcc, binutils, glibc/musl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1828800"/>
            <a:ext cx="1737360" cy="86868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96312" y="1874520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5. Build Packages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6312" y="2194560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Cross-compile all selected</a:t>
            </a:r>
            <a:br/>
            <a:r>
              <a:t>dependencies resolved automatically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828800"/>
            <a:ext cx="1737360" cy="86868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2272" y="1874520"/>
            <a:ext cx="15910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t>6. Create Rootfs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272" y="2194560"/>
            <a:ext cx="15910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Assemble filesystem image</a:t>
            </a:r>
            <a:br/>
            <a:r>
              <a:t>cpio, ext4, squashfs, ubifs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194560" y="1184148"/>
            <a:ext cx="228600" cy="146304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4160520" y="1184148"/>
            <a:ext cx="228600" cy="146304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2194560" y="2189988"/>
            <a:ext cx="228600" cy="146304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4160520" y="2189988"/>
            <a:ext cx="228600" cy="146304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Buildroot: Menuconfig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97A8C"/>
                </a:solidFill>
                <a:latin typeface="Courier New"/>
              </a:defRPr>
            </a:pPr>
            <a:r>
              <a:t>$ make menuconfig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Courier New"/>
              </a:defRPr>
            </a:pPr>
            <a:r>
              <a:t>  Target Options → Architecture (ARM)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Courier New"/>
              </a:defRPr>
            </a:pPr>
            <a:r>
              <a:t>  Toolchain → C library (musl/glibc)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7510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Courier New"/>
              </a:defRPr>
            </a:pPr>
            <a:r>
              <a:t>  Kernel → Linux version, defconfig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2257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Courier New"/>
              </a:defRPr>
            </a:pPr>
            <a:r>
              <a:t>  Target Packages → 2000+ packages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Courier New"/>
              </a:defRPr>
            </a:pPr>
            <a:r>
              <a:t>  Filesystem → ext4, squashfs, initramfs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Courier New"/>
              </a:defRPr>
            </a:pPr>
            <a:r>
              <a:t>  Bootloaders → U-Barebox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649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Courier New"/>
              </a:defRPr>
            </a:pPr>
            <a:r>
              <a:t>  Host utilities → build tools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822960"/>
            <a:ext cx="5943600" cy="32004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960120"/>
            <a:ext cx="5577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# Key .config entries:</a:t>
            </a:r>
            <a:br/>
            <a:r>
              <a:t>BR2_ARCH="arm"</a:t>
            </a:r>
            <a:br/>
            <a:r>
              <a:t>BR2_TOOLCHAIN_BUILDROOT_MUSL=y</a:t>
            </a:r>
            <a:br/>
            <a:r>
              <a:t>BR2_LINUX_KERNEL=y</a:t>
            </a:r>
            <a:br/>
            <a:r>
              <a:t>BR2_LINUX_KERNEL_CUSTOM_VERSION=y</a:t>
            </a:r>
            <a:br/>
            <a:r>
              <a:t>BR2_LINUX_KERNEL_VERSION="6.1.50"</a:t>
            </a:r>
            <a:br/>
            <a:r>
              <a:t>BR2_PACKAGE_BUSYBOX=y</a:t>
            </a:r>
            <a:br/>
            <a:r>
              <a:t>BR2_PACKAGE_OPENSSH=y</a:t>
            </a:r>
            <a:br/>
            <a:r>
              <a:t>BR2_TARGET_ROOTFS_EXT2=y</a:t>
            </a:r>
            <a:br/>
            <a:r>
              <a:t>BR2_TARGET_ROOTFS_EXT2_4=y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Buildroot: Configuration 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277295" cy="91440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11277295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.config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10029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Main configuration (auto-generated)</a:t>
            </a:r>
            <a:br/>
            <a:r>
              <a:t>make menuconfig edits this 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920240"/>
            <a:ext cx="11277295" cy="91440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11277295" cy="36576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defconfigs/&lt;board&gt;.defconfig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77440"/>
            <a:ext cx="110029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Board-specific defaults</a:t>
            </a:r>
            <a:br/>
            <a:r>
              <a:t>make &lt;board&gt;_defconfig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017520"/>
            <a:ext cx="11277295" cy="91440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017520"/>
            <a:ext cx="11277295" cy="36576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063240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br2-external/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0"/>
            <a:ext cx="110029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External tree for custom packages</a:t>
            </a:r>
            <a:br/>
            <a:r>
              <a:t>keeps customizations separate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114800"/>
            <a:ext cx="11277295" cy="914400"/>
          </a:xfrm>
          <a:prstGeom prst="round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4114800"/>
            <a:ext cx="11277295" cy="36576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160520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Config.in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572000"/>
            <a:ext cx="1100297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Kconfig source (read-only)</a:t>
            </a:r>
            <a:br/>
            <a:r>
              <a:t>Defines menu structure and options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Buildroot: Building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277295" cy="36576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1153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$ make -j$(nproc)</a:t>
            </a:r>
            <a:br/>
            <a:r>
              <a:t>&gt;&gt;&gt; Buildroot 2023.02  Installing toolchain</a:t>
            </a:r>
            <a:br/>
            <a:r>
              <a:t>&gt;&gt;&gt; linux-headers 6.1.50  Building</a:t>
            </a:r>
            <a:br/>
            <a:r>
              <a:t>&gt;&gt;&gt; busybox 1.36.0  Building</a:t>
            </a:r>
            <a:br/>
            <a:r>
              <a:t>&gt;&gt;&gt; openssh 9.3p1  Building</a:t>
            </a:r>
            <a:br/>
            <a:r>
              <a:t>&gt;&gt;&gt; Generating root filesystem image</a:t>
            </a:r>
            <a:br/>
            <a:r>
              <a:t>&gt;&gt;&gt; Image generated: output/images/rootfs.ext4</a:t>
            </a:r>
            <a:br/>
            <a:br/>
            <a:r>
              <a:t># Output directory:</a:t>
            </a:r>
            <a:br/>
            <a:r>
              <a:t>output/images/</a:t>
            </a:r>
            <a:br/>
            <a:r>
              <a:t>    ├── zImage</a:t>
            </a:r>
            <a:br/>
            <a:r>
              <a:t>    ├── am335x-boneblack.dtb</a:t>
            </a:r>
            <a:br/>
            <a:r>
              <a:t>    ├── rootfs.ext4</a:t>
            </a:r>
            <a:br/>
            <a:r>
              <a:t>    └── MLO (SPL)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Arial"/>
              </a:defRPr>
            </a:pPr>
            <a:r>
              <a:t>Typical build time: 15-45 minutes depending on packages and hardware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Buildroot: Customizing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Rootfs Overlay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Place files in:</a:t>
            </a:r>
            <a:br/>
            <a:r>
              <a:t>  board/&lt;company&gt;/&lt;board&gt;/rootfs_overlay/</a:t>
            </a:r>
            <a:br/>
            <a:br/>
            <a:r>
              <a:t>Copied verbatim into final rootfs:</a:t>
            </a:r>
            <a:br/>
            <a:r>
              <a:t>  etc/</a:t>
            </a:r>
            <a:br/>
            <a:r>
              <a:t>  ├── sshd_config</a:t>
            </a:r>
            <a:br/>
            <a:r>
              <a:t>  └──init.d/</a:t>
            </a:r>
            <a:br/>
            <a:r>
              <a:t>      └── S99myapp</a:t>
            </a:r>
            <a:br/>
            <a:r>
              <a:t>  usr/</a:t>
            </a:r>
            <a:br/>
            <a:r>
              <a:t>      └── bin/</a:t>
            </a:r>
            <a:br/>
            <a:r>
              <a:t>          └── myapp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822960"/>
            <a:ext cx="5501487" cy="320040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960120"/>
            <a:ext cx="522716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6FF6"/>
                </a:solidFill>
                <a:latin typeface="Arial"/>
              </a:defRPr>
            </a:pPr>
            <a:r>
              <a:t>Post-Build Scripts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37160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BR2_ROOTFS_POST_BUILD_SCRIPT=""</a:t>
            </a:r>
            <a:br/>
            <a:br/>
            <a:r>
              <a:t>Example: board/post-build.sh</a:t>
            </a:r>
            <a:br/>
            <a:r>
              <a:t>#!/bin/sh</a:t>
            </a:r>
            <a:br/>
            <a:r>
              <a:t>  # Strip debug symbols</a:t>
            </a:r>
            <a:br/>
            <a:r>
              <a:t>find $TARGET_DIR -name '*.so' | xargs strip</a:t>
            </a:r>
            <a:br/>
            <a:r>
              <a:t>  # Set root password</a:t>
            </a:r>
            <a:br/>
            <a:r>
              <a:t>echo "root:password" | chpasswd</a:t>
            </a:r>
            <a:br/>
            <a:r>
              <a:t>  </a:t>
            </a:r>
            <a:br/>
            <a:r>
              <a:t>Run AFTER rootfs is assembled, BEFORE image is created.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Lab: Buildroot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Lab: Build a Buildroot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45720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822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1. Clone &amp; Configure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143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git clone https://git.buildroot.net/buildroot</a:t>
            </a:r>
            <a:br/>
            <a:r>
              <a:t>cd buildroot</a:t>
            </a:r>
            <a:br/>
            <a:r>
              <a:t>make qemu_arm_versatile_defconfig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457200" cy="64008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2. Customize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65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make menuconfig</a:t>
            </a:r>
            <a:br/>
            <a:r>
              <a:t>→ Enable openssh, vim</a:t>
            </a:r>
            <a:br/>
            <a:r>
              <a:t>→ Set root password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68880"/>
            <a:ext cx="457200" cy="64008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6032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468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3.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788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make -j$(nproc)</a:t>
            </a:r>
            <a:br/>
            <a:r>
              <a:t>Wait ~20 min (first build)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291840"/>
            <a:ext cx="457200" cy="64008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8328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4. Test in QEMU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611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qemu-system-arm -M versatilepb</a:t>
            </a:r>
            <a:br/>
            <a:r>
              <a:t>  -kernel output/images/zImage</a:t>
            </a:r>
            <a:br/>
            <a:r>
              <a:t>  -hda output/images/rootfs.ext4</a:t>
            </a:r>
            <a:br/>
            <a:r>
              <a:t>  -append 'root=/dev/sda console=ttyAMA0'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4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Yocto Project: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The Yocto Project is a collaboration project that provides templates, tools and methods to help create custom Linux-based systems for embedded products.</a:t>
            </a:r>
            <a:br/>
            <a:br/>
            <a:r>
              <a:t>It uses the BitBake build engine and a layered metadata architecture.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11277295" cy="228600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▸  Founded: 2010 (Linux Foundation)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▸  Build Engine: BitBake (Python-based)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▸  Metadata Format: .bb recipes + .bbclass + .conf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▸  Layer Model: meta-yocto, BSP, software, distro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Arial"/>
              </a:defRPr>
            </a:pPr>
            <a:r>
              <a:t>▸  Package formats: .deb, .rpm, .ipk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Yocto: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90007" y="822960"/>
            <a:ext cx="2011680" cy="64008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81447" y="868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1447" y="1143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Courier New"/>
              </a:defRPr>
            </a:pPr>
            <a:r>
              <a:t>meta-myproduct → Your custom recipes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90007" y="1554480"/>
            <a:ext cx="2011680" cy="64008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81447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BSP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1447" y="18745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Courier New"/>
              </a:defRPr>
            </a:pPr>
            <a:r>
              <a:t>meta-&lt;board&gt; → Board support package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90007" y="2286000"/>
            <a:ext cx="2011680" cy="64008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81447" y="2331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Distro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1447" y="2606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Courier New"/>
              </a:defRPr>
            </a:pPr>
            <a:r>
              <a:t>meta-mycompany → Distribution policy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0007" y="3017520"/>
            <a:ext cx="2011680" cy="64008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1447" y="3063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Software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1447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Courier New"/>
              </a:defRPr>
            </a:pPr>
            <a:r>
              <a:t>meta-openembedded → Community packages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90007" y="3749040"/>
            <a:ext cx="2011680" cy="64008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1447" y="3794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1447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Courier New"/>
              </a:defRPr>
            </a:pPr>
            <a:r>
              <a:t>meta-yocto → Core Poky reference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004407" y="1463040"/>
            <a:ext cx="182880" cy="9144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6004407" y="2194560"/>
            <a:ext cx="182880" cy="9144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6004407" y="2926080"/>
            <a:ext cx="182880" cy="9144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6004407" y="3657600"/>
            <a:ext cx="182880" cy="91440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Arial"/>
              </a:defRPr>
            </a:pPr>
            <a:r>
              <a:t>Layers are stacked. Higher layers override lower layers.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Yocto: BitBake Recipe Syntax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277295" cy="36576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1153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# myapp_1.0.bb</a:t>
            </a:r>
            <a:br/>
            <a:r>
              <a:t>SUMMARY = "My application"</a:t>
            </a:r>
            <a:br/>
            <a:r>
              <a:t>LICENSE = "MIT"</a:t>
            </a:r>
            <a:br/>
            <a:r>
              <a:t>LIC_FILES_CHKSUM = "file://LICENSE;md5=..."</a:t>
            </a:r>
            <a:br/>
            <a:br/>
            <a:r>
              <a:t>SRC_URI = "git://github.com/mycompany/myapp.git;branch=main"</a:t>
            </a:r>
            <a:br/>
            <a:r>
              <a:t>SRCREV = "abc123..."</a:t>
            </a:r>
            <a:br/>
            <a:br/>
            <a:r>
              <a:t>DEPENDS = "openssl zlib"</a:t>
            </a:r>
            <a:br/>
            <a:br/>
            <a:r>
              <a:t>S = "${WORKDIR}/git"</a:t>
            </a:r>
            <a:br/>
            <a:br/>
            <a:r>
              <a:t>inherit autotasks</a:t>
            </a:r>
            <a:br/>
            <a:br/>
            <a:r>
              <a:t>do_configure() {</a:t>
            </a:r>
            <a:br/>
            <a:r>
              <a:t>    ./configure --prefix=${prefix}</a:t>
            </a:r>
            <a:br/>
            <a:r>
              <a:t>}</a:t>
            </a:r>
            <a:br/>
            <a:br/>
            <a:r>
              <a:t>do_compile() {</a:t>
            </a:r>
            <a:br/>
            <a:r>
              <a:t>    make ${PARALLEL_MAKE}</a:t>
            </a:r>
            <a:br/>
            <a:r>
              <a:t>}</a:t>
            </a:r>
            <a:br/>
            <a:br/>
            <a:r>
              <a:t>do_install() {</a:t>
            </a:r>
            <a:br/>
            <a:r>
              <a:t>    make install DESTDIR=${D}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Yocto: Layer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277295" cy="73152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822960"/>
            <a:ext cx="11277295" cy="36576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868680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meta-yocto / meta-poky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Core Poky reference distro</a:t>
            </a:r>
            <a:br/>
            <a:r>
              <a:t>BitBake, core classes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737360"/>
            <a:ext cx="11277295" cy="73152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737360"/>
            <a:ext cx="11277295" cy="36576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783080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meta-&lt;vendor&gt;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BSP from SoM vendor</a:t>
            </a:r>
            <a:br/>
            <a:r>
              <a:t>MACHINE definitions, kernel, U-Boot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51760"/>
            <a:ext cx="11277295" cy="731520"/>
          </a:xfrm>
          <a:prstGeom prst="round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2651760"/>
            <a:ext cx="11277295" cy="3657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697480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meta-openembedded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108960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Community software layers</a:t>
            </a:r>
            <a:br/>
            <a:r>
              <a:t>Networking, Python, graphics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66160"/>
            <a:ext cx="11277295" cy="73152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3566160"/>
            <a:ext cx="11277295" cy="36576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611880"/>
            <a:ext cx="11002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meta-&lt;yourcompany&gt;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023360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52334"/>
                </a:solidFill>
                <a:latin typeface="Arial"/>
              </a:defRPr>
            </a:pPr>
            <a:r>
              <a:t>Your custom layer</a:t>
            </a:r>
            <a:br/>
            <a:r>
              <a:t>Products, customizations, distro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Yocto: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6FF6"/>
                </a:solidFill>
                <a:latin typeface="Arial"/>
              </a:defRPr>
            </a:pPr>
            <a:r>
              <a:t>conf/local.conf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MACHINE ?= "beaglebone-yocto"</a:t>
            </a:r>
            <a:br/>
            <a:r>
              <a:t>DISTRO ?= "poky"</a:t>
            </a:r>
            <a:br/>
            <a:r>
              <a:t>PACKAGE_CLASSES = "package_rpm"</a:t>
            </a:r>
            <a:br/>
            <a:r>
              <a:t>EXTRA_IMAGE_FEATURES = "debug-tweaks"</a:t>
            </a:r>
            <a:br/>
            <a:r>
              <a:t>IMAGE_INSTALL:append = " openssh vim"</a:t>
            </a:r>
            <a:br/>
            <a:br/>
            <a:r>
              <a:t># Parallelism</a:t>
            </a:r>
            <a:br/>
            <a:r>
              <a:t>BB_NUMBER_THREADS ?= "8"</a:t>
            </a:r>
            <a:br/>
            <a:r>
              <a:t>PARALLEL_MAKE ?= "-j8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822960"/>
            <a:ext cx="5501487" cy="320040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conf/bblayers.conf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BBLAYERS ?= " \</a:t>
            </a:r>
            <a:br/>
            <a:r>
              <a:t>  /path/to/meta \</a:t>
            </a:r>
            <a:br/>
            <a:r>
              <a:t>  /path/to/meta-poky \</a:t>
            </a:r>
            <a:br/>
            <a:r>
              <a:t>  /path/to/meta-yocto-bsp \</a:t>
            </a:r>
            <a:br/>
            <a:r>
              <a:t>  /path/to/meta-beaglebone \</a:t>
            </a:r>
            <a:br/>
            <a:r>
              <a:t>  /path/to/meta-openembedded/meta-oe \</a:t>
            </a:r>
            <a:br/>
            <a:r>
              <a:t>  /path/to/meta-myproduct \</a:t>
            </a:r>
            <a:br/>
            <a:r>
              <a:t>"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Yocto: Building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277295" cy="3657600"/>
          </a:xfrm>
          <a:prstGeom prst="round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91153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4D4D4"/>
                </a:solidFill>
                <a:latin typeface="Courier New"/>
              </a:defRPr>
            </a:pPr>
            <a:r>
              <a:t>$ source oe-init-build-env build/</a:t>
            </a:r>
            <a:br/>
            <a:r>
              <a:t>$ bitbake core-image-minimal</a:t>
            </a:r>
            <a:br/>
            <a:br/>
            <a:r>
              <a:t>Loading cache: 100% |############################| 1.2/1.2 MB</a:t>
            </a:r>
            <a:br/>
            <a:r>
              <a:t>Parsing recipes: 100% |##########################| 4031/4031</a:t>
            </a:r>
            <a:br/>
            <a:r>
              <a:t>NOTE: Executing Tasks</a:t>
            </a:r>
            <a:br/>
            <a:r>
              <a:t>NOTE: Running task 4321 of 5678 (do_compile for openssl)</a:t>
            </a:r>
            <a:br/>
            <a:r>
              <a:t>NOTE: Tasks Summary: Attempted 5678 tasks of which 123 didn't need rerun.</a:t>
            </a:r>
            <a:br/>
            <a:br/>
            <a:r>
              <a:t># Output: tmp/deploy/images/&lt;machine&gt;/</a:t>
            </a:r>
            <a:br/>
            <a:r>
              <a:t>├── core-image-minimal-&lt;machine&gt;.rootfs.ext4</a:t>
            </a:r>
            <a:br/>
            <a:r>
              <a:t>├── zImage</a:t>
            </a:r>
            <a:br/>
            <a:r>
              <a:t>├── zImage-am335x-boneblack.dtb</a:t>
            </a:r>
            <a:br/>
            <a:r>
              <a:t>└── u-boot.img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95959"/>
                </a:solidFill>
                <a:latin typeface="Arial"/>
              </a:defRPr>
            </a:pPr>
            <a:r>
              <a:t>First build: 2-6 hours. Subsequent builds: minutes (shared state cache).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Yocto: Customizing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6FF6"/>
                </a:solidFill>
                <a:latin typeface="Arial"/>
              </a:defRPr>
            </a:pPr>
            <a:r>
              <a:t>Custom Image Recipe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# my-image.bb</a:t>
            </a:r>
            <a:br/>
            <a:r>
              <a:t>require core-image-base.bb</a:t>
            </a:r>
            <a:br/>
            <a:br/>
            <a:r>
              <a:t>IMAGE_INSTALL += " \</a:t>
            </a:r>
            <a:br/>
            <a:r>
              <a:t>    packagegroup-core-ssh-openssh \</a:t>
            </a:r>
            <a:br/>
            <a:r>
              <a:t>    vim \</a:t>
            </a:r>
            <a:br/>
            <a:r>
              <a:t>    python3 \</a:t>
            </a:r>
            <a:br/>
            <a:r>
              <a:t>    myapp \</a:t>
            </a:r>
            <a:br/>
            <a:r>
              <a:t>"</a:t>
            </a:r>
            <a:br/>
            <a:br/>
            <a:r>
              <a:t>IMAGE_FEATURES += " \</a:t>
            </a:r>
            <a:br/>
            <a:r>
              <a:t>    ssh-server-openssh \</a:t>
            </a:r>
            <a:br/>
            <a:r>
              <a:t>    debug-tweaks \</a:t>
            </a:r>
            <a:br/>
          </a:p>
        </p:txBody>
      </p:sp>
      <p:sp>
        <p:nvSpPr>
          <p:cNvPr id="8" name="Rounded Rectangle 7"/>
          <p:cNvSpPr/>
          <p:nvPr/>
        </p:nvSpPr>
        <p:spPr>
          <a:xfrm>
            <a:off x="6233007" y="822960"/>
            <a:ext cx="5501487" cy="320040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Image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325880"/>
            <a:ext cx="5227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debug-tweaks → Permit root login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1783080"/>
            <a:ext cx="5227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ssh-server-openssh → SSH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167" y="2240280"/>
            <a:ext cx="5227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tools-debug → gdb, strace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167" y="2697480"/>
            <a:ext cx="5227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package-management → apt/dnf/rpm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3154680"/>
            <a:ext cx="522716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dev-pkgs → Headers for cross-dev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Yocto: SDK Generation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3200400" cy="50292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8686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Build SDK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8686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ourier New"/>
              </a:defRPr>
            </a:pPr>
            <a:r>
              <a:t>bitbake core-image-minimal -c populate_sdk</a:t>
            </a:r>
          </a:p>
        </p:txBody>
      </p:sp>
      <p:sp>
        <p:nvSpPr>
          <p:cNvPr id="8" name="Down Arrow 7"/>
          <p:cNvSpPr/>
          <p:nvPr/>
        </p:nvSpPr>
        <p:spPr>
          <a:xfrm>
            <a:off x="1965960" y="1325880"/>
            <a:ext cx="18288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3200400" cy="50292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Install SDK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50876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ourier New"/>
              </a:defRPr>
            </a:pPr>
            <a:r>
              <a:t>~/poky_sdk.sh</a:t>
            </a:r>
            <a:br/>
            <a:r>
              <a:t>Installs to /opt/poky/&lt;version&gt;/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965960" y="1965960"/>
            <a:ext cx="18288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2103120"/>
            <a:ext cx="3200400" cy="50292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1488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Source Env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1488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ourier New"/>
              </a:defRPr>
            </a:pPr>
            <a:r>
              <a:t>source /opt/poky/&lt;version&gt;/environment-setup-armv7at2hf-neon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965960" y="2606040"/>
            <a:ext cx="18288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2743200"/>
            <a:ext cx="3200400" cy="50292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2788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Cross-Compile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78892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ourier New"/>
              </a:defRPr>
            </a:pPr>
            <a:r>
              <a:t>CC=arm-poky-linux-gnueabi-gcc make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1965960" y="3246120"/>
            <a:ext cx="18288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383280"/>
            <a:ext cx="3200400" cy="50292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429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Deploy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34290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ourier New"/>
              </a:defRPr>
            </a:pPr>
            <a:r>
              <a:t>scp myapp /usr/bin/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0" y="822960"/>
            <a:ext cx="7589520" cy="320040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0" y="960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6FF6"/>
                </a:solidFill>
                <a:latin typeface="Arial"/>
              </a:defRPr>
            </a:pPr>
            <a:r>
              <a:t>devtool: Edit → Build → Deploy Cycle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1280160"/>
            <a:ext cx="7315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# Add a recipe from source:</a:t>
            </a:r>
            <a:br/>
            <a:r>
              <a:t>$ devtool add myapp ~/myapp-source</a:t>
            </a:r>
            <a:br/>
            <a:br/>
            <a:r>
              <a:t># Edit the recipe:</a:t>
            </a:r>
            <a:br/>
            <a:r>
              <a:t>$ devtool edit myapp</a:t>
            </a:r>
            <a:br/>
            <a:br/>
            <a:r>
              <a:t># Build:</a:t>
            </a:r>
            <a:br/>
            <a:r>
              <a:t>$ devtool build myapp</a:t>
            </a:r>
            <a:br/>
            <a:br/>
            <a:r>
              <a:t># Deploy to target (over SSH):</a:t>
            </a:r>
            <a:br/>
            <a:r>
              <a:t>$ devtool deploy-target myapp root@192.168.1.100</a:t>
            </a:r>
            <a:br/>
            <a:br/>
            <a:r>
              <a:t># Reset (clean rebuild):</a:t>
            </a:r>
            <a:br/>
            <a:r>
              <a:t>$ devtool reset myapp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595959"/>
                </a:solidFill>
                <a:latin typeface="Arial"/>
              </a:defRPr>
            </a:pPr>
            <a:r>
              <a:t>Lab: Yocto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Lab: Build with Yocto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45720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96112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822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1.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143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git clone git://git.yoctoproject.org/poky</a:t>
            </a:r>
            <a:br/>
            <a:r>
              <a:t>cd poky</a:t>
            </a:r>
            <a:br/>
            <a:r>
              <a:t>source oe-init-build-env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45720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81912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2. Configure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828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Edit conf/local.conf:</a:t>
            </a:r>
            <a:br/>
            <a:r>
              <a:t>  MACHINE = "beaglebone-yocto"</a:t>
            </a:r>
            <a:br/>
            <a:r>
              <a:t>  IMAGE_INSTALL:append = " ssh vim"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94560"/>
            <a:ext cx="45720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67712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3.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14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bitbake core-image-sato</a:t>
            </a:r>
            <a:br/>
            <a:r>
              <a:t>First build: 3-6 hours</a:t>
            </a:r>
            <a:br/>
            <a:r>
              <a:t>Use -k to continue on errors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880360"/>
            <a:ext cx="45720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953512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880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4. Flash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200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Copy to SD card:</a:t>
            </a:r>
            <a:br/>
            <a:r>
              <a:t>  dd if=tmp/deploy/images/*/core-image-*.rootfs.ext4 of=/dev/sdX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566160"/>
            <a:ext cx="45720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639312"/>
            <a:ext cx="320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566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5. Boot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886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Serial console (115200 8N1)</a:t>
            </a:r>
            <a:br/>
            <a:r>
              <a:t>Login: root (no password if debug-tweaks)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Buildroot vs Yocto: Side by 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286000" cy="347472"/>
          </a:xfrm>
          <a:prstGeom prst="rect">
            <a:avLst/>
          </a:prstGeom>
          <a:solidFill>
            <a:srgbClr val="15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Feature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005840"/>
            <a:ext cx="4114800" cy="347472"/>
          </a:xfrm>
          <a:prstGeom prst="rect">
            <a:avLst/>
          </a:prstGeom>
          <a:solidFill>
            <a:srgbClr val="15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0515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Buildroot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1005840"/>
            <a:ext cx="4114800" cy="347472"/>
          </a:xfrm>
          <a:prstGeom prst="rect">
            <a:avLst/>
          </a:prstGeom>
          <a:solidFill>
            <a:srgbClr val="1523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05156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Yocto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53312"/>
            <a:ext cx="2286000" cy="347472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9903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Build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1353312"/>
            <a:ext cx="4114800" cy="347472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139903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Make + Kconfig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353312"/>
            <a:ext cx="4114800" cy="347472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139903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BitBake (Python)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700784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17465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Config Style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700784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0" y="174650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Single .config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1700784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49440" y="174650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Layered .bb + .conf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48256"/>
            <a:ext cx="2286000" cy="347472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09397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Package Count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2048256"/>
            <a:ext cx="4114800" cy="347472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34640" y="209397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~2000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048256"/>
            <a:ext cx="4114800" cy="347472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09397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~5000+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395728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44144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Build Time (first)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2395728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34640" y="244144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15-45 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2395728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9440" y="244144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2-6 hours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743200"/>
            <a:ext cx="2286000" cy="347472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27889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Build Time (incr.)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2743200"/>
            <a:ext cx="4114800" cy="347472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34640" y="27889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Full rebuild possible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0" y="2743200"/>
            <a:ext cx="4114800" cy="347472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0" y="27889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Shared state cache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090672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313639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Package Format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0" y="3090672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34640" y="313639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None (rootfs only)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3090672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0" y="313639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.deb / .rpm / .ipk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438144"/>
            <a:ext cx="2286000" cy="347472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48386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Customization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0" y="3438144"/>
            <a:ext cx="4114800" cy="347472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34640" y="348386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Rootfs overlay, patches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3438144"/>
            <a:ext cx="4114800" cy="347472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348386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Recipes, layers, classes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785616"/>
            <a:ext cx="22860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383133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Learning Curve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0" y="3785616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834640" y="383133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Low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858000" y="3785616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949440" y="383133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4133088"/>
            <a:ext cx="2286000" cy="347472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417880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Best For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4133088"/>
            <a:ext cx="4114800" cy="347472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34640" y="417880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Small, static systems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58000" y="4133088"/>
            <a:ext cx="4114800" cy="347472"/>
          </a:xfrm>
          <a:prstGeom prst="rect">
            <a:avLst/>
          </a:prstGeom>
          <a:solidFill>
            <a:srgbClr val="EBF1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49440" y="4178808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Complex products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Decision Framework: When to Use Which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760720" cy="347472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Choose Buildroot when: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Static system (packages don't change at runtime)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Small rootfs (&lt; 256 MB)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Fast build time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Simple product with few packages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832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Team is new to embedded Linux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822960"/>
            <a:ext cx="5760720" cy="347472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6FF6"/>
                </a:solidFill>
                <a:latin typeface="Arial"/>
              </a:defRPr>
            </a:pPr>
            <a:r>
              <a:t>Choose Yocto when: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3716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Complex product with many packages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8745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Package management at runtime (apt/dnf)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3774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Multiple product variants from shared 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8803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Long-term maintenance (LTS releases)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3832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✓  Experienced team with bitbake knowledge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Hybrid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52334"/>
                </a:solidFill>
                <a:latin typeface="Arial"/>
              </a:defRPr>
            </a:pPr>
            <a:r>
              <a:t>Yocto for SDK + Buildroot for Target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4114800" cy="59436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Yocto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7830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Build full system with Yocto</a:t>
            </a:r>
            <a:br/>
            <a:r>
              <a:t>Extract SDK: bitbake -c populate_sdk</a:t>
            </a:r>
          </a:p>
        </p:txBody>
      </p:sp>
      <p:sp>
        <p:nvSpPr>
          <p:cNvPr id="9" name="Down Arrow 8"/>
          <p:cNvSpPr/>
          <p:nvPr/>
        </p:nvSpPr>
        <p:spPr>
          <a:xfrm>
            <a:off x="2834640" y="2331720"/>
            <a:ext cx="18288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468880"/>
            <a:ext cx="4114800" cy="59436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Install SDK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51460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Deploy SDK to dev machines</a:t>
            </a:r>
            <a:br/>
            <a:r>
              <a:t>All developers use identical toolchain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834640" y="3063240"/>
            <a:ext cx="18288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200400"/>
            <a:ext cx="4114800" cy="59436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246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Buildroot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24612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Build minimal target image</a:t>
            </a:r>
            <a:br/>
            <a:r>
              <a:t>with Buildroot using matching toolchain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834640" y="3794760"/>
            <a:ext cx="182880" cy="109728"/>
          </a:xfrm>
          <a:prstGeom prst="down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931920"/>
            <a:ext cx="4114800" cy="59436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9776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Develop &amp; Deploy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97764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Cross-compile apps with SDK</a:t>
            </a:r>
            <a:br/>
            <a:r>
              <a:t>Deploy to Buildroot target via SSH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1737360"/>
            <a:ext cx="5669280" cy="292608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9202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862E"/>
                </a:solidFill>
                <a:latin typeface="Arial"/>
              </a:defRPr>
            </a:pPr>
            <a:r>
              <a:t>Benefits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377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Yocto SDK ensures toolchain consistency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8346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Buildroot target is minimal and fast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291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Developers don't need full Yocto builds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749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Faster CI/CD pipelines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2062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Best of both worlds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Common Pitfalls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11277295" cy="640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8961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⚠  Forgetting to clean between config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704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make clean or rm -rf output/ when changing fundamental config options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00200"/>
            <a:ext cx="11277295" cy="640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733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⚠  Mixing toolchain versions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476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SDK toolchain must match rootfs C library (musl vs glibc)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77440"/>
            <a:ext cx="11277295" cy="640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⚠  Not pinning package versions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249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SRCREV floating → unreproducible builds</a:t>
            </a:r>
            <a:br/>
            <a:r>
              <a:t>Always set SRCREV to a commit hash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54680"/>
            <a:ext cx="11277295" cy="640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278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⚠  Ignoring build failures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02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Use bitbake -k to continue past non-critical errors</a:t>
            </a:r>
            <a:br/>
            <a:r>
              <a:t>log.do_compile for root cause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31920"/>
            <a:ext cx="11277295" cy="6400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8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050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52334"/>
                </a:solidFill>
                <a:latin typeface="Arial"/>
              </a:defRPr>
            </a:pPr>
            <a:r>
              <a:t>⚠  Missing license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793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Arial"/>
              </a:defRPr>
            </a:pPr>
            <a:r>
              <a:t>LIC_FILES_CHKSUM must be set</a:t>
            </a:r>
            <a:br/>
            <a:r>
              <a:t>Commercial products need license auditing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Debugging Build Issues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501487" cy="320040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Buildroot Debugging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# Verbose build output:</a:t>
            </a:r>
            <a:br/>
            <a:r>
              <a:t>make V=1</a:t>
            </a:r>
            <a:br/>
            <a:br/>
            <a:r>
              <a:t># Check build log:</a:t>
            </a:r>
            <a:br/>
            <a:r>
              <a:t>cat output/build/openssh-*/build.log</a:t>
            </a:r>
            <a:br/>
            <a:br/>
            <a:r>
              <a:t># Dependency graph:</a:t>
            </a:r>
            <a:br/>
            <a:r>
              <a:t>make graph-depends</a:t>
            </a:r>
            <a:br/>
            <a:br/>
            <a:r>
              <a:t># Save full config:</a:t>
            </a:r>
            <a:br/>
            <a:r>
              <a:t>make savedefconfig</a:t>
            </a:r>
            <a:br/>
            <a:br/>
            <a:r>
              <a:t># Rebuild single package:</a:t>
            </a:r>
            <a:br/>
            <a:r>
              <a:t>make &lt;package&gt;-dirclean</a:t>
            </a:r>
            <a:br/>
            <a:r>
              <a:t>make &lt;package&gt;-rebuild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822960"/>
            <a:ext cx="5501487" cy="320040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960120"/>
            <a:ext cx="52271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6FF6"/>
                </a:solidFill>
                <a:latin typeface="Arial"/>
              </a:defRPr>
            </a:pPr>
            <a:r>
              <a:t>Yocto Debugging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280160"/>
            <a:ext cx="5227167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52334"/>
                </a:solidFill>
                <a:latin typeface="Courier New"/>
              </a:defRPr>
            </a:pPr>
            <a:r>
              <a:t># Verbose output:</a:t>
            </a:r>
            <a:br/>
            <a:r>
              <a:t>bitbake -v &lt;recipe&gt;</a:t>
            </a:r>
            <a:br/>
            <a:br/>
            <a:r>
              <a:t># View task log:</a:t>
            </a:r>
            <a:br/>
            <a:r>
              <a:t>cat tmp/work/.../temp/log.do_compile</a:t>
            </a:r>
            <a:br/>
            <a:br/>
            <a:r>
              <a:t># Dependency graph:</a:t>
            </a:r>
            <a:br/>
            <a:r>
              <a:t>bitbake -g &lt;image&gt; -k</a:t>
            </a:r>
            <a:br/>
            <a:br/>
            <a:r>
              <a:t># Devshell (inspect recipe env):</a:t>
            </a:r>
            <a:br/>
            <a:r>
              <a:t>bitbake &lt;recipe&gt; -c devshell</a:t>
            </a:r>
            <a:br/>
            <a:br/>
            <a:r>
              <a:t># Check shared state:</a:t>
            </a:r>
            <a:br/>
            <a:r>
              <a:t>bitbake-diffsigs tmp/sstate-control/*.tar.zst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334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Session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365760" cy="45720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868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Buildroot: simple, fast, single config → best for static embedded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65760" cy="457200"/>
          </a:xfrm>
          <a:prstGeom prst="roundRect">
            <a:avLst/>
          </a:prstGeom>
          <a:solidFill>
            <a:srgbClr val="E68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508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Yocto: flexible, layered, enterprise-grade → best for complex products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365760" cy="457200"/>
          </a:xfrm>
          <a:prstGeom prst="roundRect">
            <a:avLst/>
          </a:prstGeom>
          <a:solidFill>
            <a:srgbClr val="197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Buildroot uses Make + Kconfig; Yocto uses BitBake + layers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43200"/>
            <a:ext cx="365760" cy="457200"/>
          </a:xfrm>
          <a:prstGeom prst="round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Both support custom packages, overlays, and cross-compilation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365760" cy="457200"/>
          </a:xfrm>
          <a:prstGeom prst="roundRect">
            <a:avLst/>
          </a:prstGeom>
          <a:solidFill>
            <a:srgbClr val="F0B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rial"/>
              </a:defRPr>
            </a:pPr>
            <a:r>
              <a:t>Choose based on team size, product complexity, and maintenance needs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D6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52334"/>
                </a:solidFill>
                <a:latin typeface="Arial"/>
              </a:defRPr>
            </a:pPr>
            <a:r>
              <a:t>References &amp; Resources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822960"/>
            <a:ext cx="5760720" cy="1554480"/>
          </a:xfrm>
          <a:prstGeom prst="roundRect">
            <a:avLst/>
          </a:prstGeom>
          <a:solidFill>
            <a:srgbClr val="E6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97A8C"/>
                </a:solidFill>
                <a:latin typeface="Arial"/>
              </a:defRPr>
            </a:pPr>
            <a:r>
              <a:t>Buildroot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buildroot.org/downloads/manual (official manual)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buildroot.org/docs.html (getting started guide)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822960"/>
            <a:ext cx="5760720" cy="1554480"/>
          </a:xfrm>
          <a:prstGeom prst="roundRect">
            <a:avLst/>
          </a:prstGeom>
          <a:solidFill>
            <a:srgbClr val="EB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960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D6FF6"/>
                </a:solidFill>
                <a:latin typeface="Arial"/>
              </a:defRPr>
            </a:pPr>
            <a:r>
              <a:t>Yocto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2801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docs.yoctoproject.org (official documentation)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7373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yoctoproject.org/docs/latest/mega-manual (mega-manual)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60320"/>
            <a:ext cx="5760720" cy="1554480"/>
          </a:xfrm>
          <a:prstGeom prst="roundRect">
            <a:avLst/>
          </a:prstGeom>
          <a:solidFill>
            <a:srgbClr val="FFF9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697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0B342"/>
                </a:solidFill>
                <a:latin typeface="Arial"/>
              </a:defRPr>
            </a:pPr>
            <a:r>
              <a:t>Community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0175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#buildroot and #yoctoproject on Libera.Chat IRC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747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Stack Overflow: buildroot / yocto tags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Embedded Linux Wiki (elinux.org)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0" y="2560320"/>
            <a:ext cx="5760720" cy="1554480"/>
          </a:xfrm>
          <a:prstGeom prst="roundRect">
            <a:avLst/>
          </a:prstGeom>
          <a:solidFill>
            <a:srgbClr val="FDF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697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862E"/>
                </a:solidFill>
                <a:latin typeface="Arial"/>
              </a:defRPr>
            </a:pPr>
            <a:r>
              <a:t>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0175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Bootlin training materials: bootlin.com/training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47472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52334"/>
                </a:solidFill>
                <a:latin typeface="Arial"/>
              </a:defRPr>
            </a:pPr>
            <a:r>
              <a:t>▸  Embedded Linux Conference talks (YouTube)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